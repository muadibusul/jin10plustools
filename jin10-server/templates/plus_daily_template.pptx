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4"/>
  </p:handoutMasterIdLst>
  <p:sldIdLst>
    <p:sldId id="256" r:id="rId3"/>
    <p:sldId id="262" r:id="rId5"/>
    <p:sldId id="396" r:id="rId6"/>
  </p:sldIdLst>
  <p:sldSz cx="13716000" cy="2438273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4E3"/>
    <a:srgbClr val="E3F7FD"/>
    <a:srgbClr val="F3FA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14" Type="http://schemas.openxmlformats.org/officeDocument/2006/relationships/handoutMaster" Target="handoutMasters/handout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altLang="en-US"/>
              <a:t>参考分类：宏观消息、国内股市动向、海外股市动向、</a:t>
            </a:r>
            <a:r>
              <a:rPr lang="en-US" altLang="zh-CN"/>
              <a:t>AI</a:t>
            </a:r>
            <a:r>
              <a:rPr lang="zh-CN" altLang="en-US"/>
              <a:t>热点新闻、政策风向标，大宗商品</a:t>
            </a:r>
            <a:r>
              <a:rPr lang="en-US" altLang="zh-CN"/>
              <a:t>/</a:t>
            </a:r>
            <a:r>
              <a:rPr lang="zh-CN" altLang="en-US"/>
              <a:t>外汇热点、精选图示、精选观点</a:t>
            </a:r>
            <a:endParaRPr lang="zh-CN" altLang="en-US"/>
          </a:p>
          <a:p>
            <a:r>
              <a:rPr lang="zh-CN" altLang="en-US">
                <a:ea typeface="宋体" panose="02010600030101010101" pitchFamily="2" charset="-122"/>
                <a:sym typeface="+mn-ea"/>
              </a:rPr>
              <a:t>格式：标题</a:t>
            </a:r>
            <a:r>
              <a:rPr lang="en-US" altLang="zh-CN">
                <a:ea typeface="宋体" panose="02010600030101010101" pitchFamily="2" charset="-122"/>
                <a:sym typeface="+mn-ea"/>
              </a:rPr>
              <a:t>+</a:t>
            </a:r>
            <a:r>
              <a:rPr lang="zh-CN" altLang="en-US">
                <a:ea typeface="宋体" panose="02010600030101010101" pitchFamily="2" charset="-122"/>
                <a:sym typeface="+mn-ea"/>
              </a:rPr>
              <a:t>原新闻</a:t>
            </a:r>
            <a:r>
              <a:rPr lang="en-US" altLang="zh-CN">
                <a:ea typeface="宋体" panose="02010600030101010101" pitchFamily="2" charset="-122"/>
                <a:sym typeface="+mn-ea"/>
              </a:rPr>
              <a:t>+</a:t>
            </a:r>
            <a:r>
              <a:rPr lang="zh-CN" altLang="en-US">
                <a:ea typeface="宋体" panose="02010600030101010101" pitchFamily="2" charset="-122"/>
                <a:sym typeface="+mn-ea"/>
              </a:rPr>
              <a:t>我们的解读</a:t>
            </a:r>
            <a:endParaRPr lang="zh-CN" altLang="en-US"/>
          </a:p>
          <a:p>
            <a:r>
              <a:rPr lang="zh-CN" altLang="en-US"/>
              <a:t>右侧云图缩略图</a:t>
            </a:r>
            <a:r>
              <a:rPr lang="zh-CN">
                <a:ea typeface="宋体" panose="02010600030101010101" pitchFamily="2" charset="-122"/>
              </a:rPr>
              <a:t>在</a:t>
            </a:r>
            <a:r>
              <a:rPr lang="en-US" altLang="zh-CN">
                <a:ea typeface="宋体" panose="02010600030101010101" pitchFamily="2" charset="-122"/>
              </a:rPr>
              <a:t>AI</a:t>
            </a:r>
            <a:r>
              <a:rPr lang="zh-CN" altLang="en-US">
                <a:ea typeface="宋体" panose="02010600030101010101" pitchFamily="2" charset="-122"/>
              </a:rPr>
              <a:t>输入提示词：提取下面每个新闻的关键词，大概</a:t>
            </a:r>
            <a:r>
              <a:rPr lang="en-US" altLang="zh-CN">
                <a:ea typeface="宋体" panose="02010600030101010101" pitchFamily="2" charset="-122"/>
              </a:rPr>
              <a:t>30</a:t>
            </a:r>
            <a:r>
              <a:rPr lang="zh-CN" altLang="en-US">
                <a:ea typeface="宋体" panose="02010600030101010101" pitchFamily="2" charset="-122"/>
              </a:rPr>
              <a:t>个以内组成兰青色系云图，不要标题，</a:t>
            </a:r>
            <a:r>
              <a:rPr lang="zh-CN" altLang="en-US">
                <a:ea typeface="宋体" panose="02010600030101010101" pitchFamily="2" charset="-122"/>
                <a:sym typeface="+mn-ea"/>
              </a:rPr>
              <a:t>要求尺寸为</a:t>
            </a:r>
            <a:r>
              <a:rPr lang="en-US" altLang="zh-CN">
                <a:ea typeface="宋体" panose="02010600030101010101" pitchFamily="2" charset="-122"/>
                <a:sym typeface="+mn-ea"/>
              </a:rPr>
              <a:t>19:9</a:t>
            </a:r>
            <a:r>
              <a:rPr lang="zh-CN" altLang="en-US">
                <a:ea typeface="宋体" panose="02010600030101010101" pitchFamily="2" charset="-122"/>
                <a:sym typeface="+mn-ea"/>
              </a:rPr>
              <a:t>、苹果简约平面风格</a:t>
            </a:r>
            <a:r>
              <a:rPr lang="zh-CN" altLang="en-US">
                <a:ea typeface="宋体" panose="02010600030101010101" pitchFamily="2" charset="-122"/>
              </a:rPr>
              <a:t>：（今天所有选取的新闻汇总在一起）</a:t>
            </a:r>
            <a:endParaRPr lang="zh-CN" altLang="en-US">
              <a:ea typeface="宋体" panose="02010600030101010101" pitchFamily="2" charset="-122"/>
            </a:endParaRPr>
          </a:p>
          <a:p>
            <a:endParaRPr lang="zh-CN" altLang="en-US">
              <a:ea typeface="宋体" panose="02010600030101010101" pitchFamily="2" charset="-122"/>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hyperlink" Target="https://rili.jin10.com/" TargetMode="External"/><Relationship Id="rId3" Type="http://schemas.openxmlformats.org/officeDocument/2006/relationships/image" Target="../media/image2.jpe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cover">
    <p:bg>
      <p:bgPr>
        <a:gradFill>
          <a:gsLst>
            <a:gs pos="0">
              <a:srgbClr val="DDF4FF"/>
            </a:gs>
            <a:gs pos="47000">
              <a:srgbClr val="F8FCFF"/>
            </a:gs>
            <a:gs pos="100000">
              <a:srgbClr val="EAF8FF"/>
            </a:gs>
          </a:gsLst>
          <a:lin ang="10800000"/>
        </a:gradFill>
        <a:effectLst/>
      </p:bgPr>
    </p:bg>
    <p:spTree>
      <p:nvGrpSpPr>
        <p:cNvPr id="1" name=""/>
        <p:cNvGrpSpPr/>
        <p:nvPr/>
      </p:nvGrpSpPr>
      <p:grpSpPr/>
      <p:pic>
        <p:nvPicPr>
          <p:cNvPr id="49" name="图片 48" descr="Rectangle 1"/>
          <p:cNvPicPr>
            <a:picLocks noChangeAspect="1"/>
          </p:cNvPicPr>
          <p:nvPr/>
        </p:nvPicPr>
        <p:blipFill>
          <a:blip r:embed="rId1">
            <a:alphaModFix amt="80000"/>
          </a:blip>
          <a:srcRect r="5853"/>
          <a:stretch>
            <a:fillRect/>
          </a:stretch>
        </p:blipFill>
        <p:spPr>
          <a:xfrm>
            <a:off x="8027035" y="4486275"/>
            <a:ext cx="5688965" cy="4531995"/>
          </a:xfrm>
          <a:prstGeom prst="rect">
            <a:avLst/>
          </a:prstGeom>
        </p:spPr>
      </p:pic>
      <p:sp>
        <p:nvSpPr>
          <p:cNvPr id="3" name="cover-bottom-wash"/>
          <p:cNvSpPr>
            <a:spLocks noGrp="1"/>
          </p:cNvSpPr>
          <p:nvPr/>
        </p:nvSpPr>
        <p:spPr>
          <a:xfrm>
            <a:off x="0" y="21429980"/>
            <a:ext cx="13716000" cy="2952750"/>
          </a:xfrm>
          <a:prstGeom prst="rect">
            <a:avLst/>
          </a:prstGeom>
          <a:gradFill>
            <a:gsLst>
              <a:gs pos="0">
                <a:srgbClr val="FFFFFF">
                  <a:alpha val="0"/>
                </a:srgbClr>
              </a:gs>
              <a:gs pos="100000">
                <a:srgbClr val="DDF5FF">
                  <a:alpha val="82000"/>
                </a:srgbClr>
              </a:gs>
            </a:gsLst>
            <a:lin ang="10800000"/>
          </a:gradFill>
          <a:ln w="0">
            <a:noFill/>
            <a:prstDash val="solid"/>
          </a:ln>
        </p:spPr>
      </p:sp>
      <p:sp>
        <p:nvSpPr>
          <p:cNvPr id="4" name="cover-tag"/>
          <p:cNvSpPr>
            <a:spLocks noGrp="1"/>
          </p:cNvSpPr>
          <p:nvPr/>
        </p:nvSpPr>
        <p:spPr>
          <a:xfrm>
            <a:off x="1216152" y="2773045"/>
            <a:ext cx="3746500" cy="939800"/>
          </a:xfrm>
          <a:prstGeom prst="roundRect">
            <a:avLst>
              <a:gd name="adj" fmla="val 50000"/>
            </a:avLst>
          </a:prstGeom>
          <a:gradFill>
            <a:gsLst>
              <a:gs pos="0">
                <a:srgbClr val="0E73C8"/>
              </a:gs>
              <a:gs pos="100000">
                <a:srgbClr val="28CDE8"/>
              </a:gs>
            </a:gsLst>
            <a:lin ang="5400000"/>
          </a:gradFill>
          <a:ln w="9525">
            <a:solidFill>
              <a:srgbClr val="74E9F8"/>
            </a:solidFill>
            <a:prstDash val="solid"/>
          </a:ln>
        </p:spPr>
        <p:style>
          <a:lnRef idx="0">
            <a:srgbClr val="FFFFFF"/>
          </a:lnRef>
          <a:fillRef idx="0">
            <a:srgbClr val="FFFFFF"/>
          </a:fillRef>
          <a:effectRef idx="10">
            <a:srgbClr val="FFFFFF"/>
          </a:effectRef>
          <a:fontRef idx="major"/>
        </p:style>
        <p:txBody>
          <a:bodyPr/>
          <a:lstStyle/>
          <a:p>
            <a:pPr algn="ctr">
              <a:defRPr sz="1875" b="1">
                <a:solidFill>
                  <a:srgbClr val="FFFFFF"/>
                </a:solidFill>
                <a:latin typeface="思源黑体 CN Bold" panose="020B0800000000000000" charset="-122"/>
                <a:ea typeface="思源黑体 CN Bold" panose="020B0800000000000000" charset="-122"/>
                <a:cs typeface="思源黑体 CN Bold" panose="020B0800000000000000" charset="-122"/>
              </a:defRPr>
            </a:pPr>
            <a:r>
              <a:rPr sz="4000" b="1">
                <a:solidFill>
                  <a:srgbClr val="FFFFFF"/>
                </a:solidFill>
                <a:latin typeface="思源黑体 CN Bold" panose="020B0800000000000000" charset="-122"/>
                <a:ea typeface="思源黑体 CN Bold" panose="020B0800000000000000" charset="-122"/>
                <a:cs typeface="思源黑体 CN Bold" panose="020B0800000000000000" charset="-122"/>
              </a:rPr>
              <a:t>PLUS</a:t>
            </a:r>
            <a:r>
              <a:rPr lang="zh-CN" sz="4000" b="1">
                <a:solidFill>
                  <a:srgbClr val="FFFFFF"/>
                </a:solidFill>
                <a:latin typeface="思源黑体 CN Bold" panose="020B0800000000000000" charset="-122"/>
                <a:ea typeface="思源黑体 CN Bold" panose="020B0800000000000000" charset="-122"/>
                <a:cs typeface="思源黑体 CN Bold" panose="020B0800000000000000" charset="-122"/>
              </a:rPr>
              <a:t>日报</a:t>
            </a:r>
            <a:endParaRPr lang="zh-CN" sz="4000" b="1">
              <a:solidFill>
                <a:srgbClr val="FFFFFF"/>
              </a:solidFill>
              <a:latin typeface="思源黑体 CN Bold" panose="020B0800000000000000" charset="-122"/>
              <a:ea typeface="思源黑体 CN Bold" panose="020B0800000000000000" charset="-122"/>
              <a:cs typeface="思源黑体 CN Bold" panose="020B0800000000000000" charset="-122"/>
            </a:endParaRPr>
          </a:p>
        </p:txBody>
      </p:sp>
      <p:sp>
        <p:nvSpPr>
          <p:cNvPr id="7" name="cover-title"/>
          <p:cNvSpPr>
            <a:spLocks noGrp="1"/>
          </p:cNvSpPr>
          <p:nvPr/>
        </p:nvSpPr>
        <p:spPr>
          <a:xfrm>
            <a:off x="1216152" y="3837940"/>
            <a:ext cx="8763000" cy="4293870"/>
          </a:xfrm>
          <a:prstGeom prst="rect">
            <a:avLst/>
          </a:prstGeom>
          <a:noFill/>
          <a:ln w="0">
            <a:noFill/>
            <a:prstDash val="solid"/>
          </a:ln>
        </p:spPr>
        <p:txBody>
          <a:bodyPr lIns="0"/>
          <a:lstStyle/>
          <a:p>
            <a:pPr algn="l">
              <a:defRPr sz="7050" b="1">
                <a:solidFill>
                  <a:srgbClr val="082E49"/>
                </a:solidFill>
                <a:latin typeface="思源黑体 CN Bold" panose="020B0800000000000000" charset="-122"/>
                <a:ea typeface="思源黑体 CN Bold" panose="020B0800000000000000" charset="-122"/>
                <a:cs typeface="思源黑体 CN Bold" panose="020B0800000000000000" charset="-122"/>
              </a:defRPr>
            </a:pPr>
            <a:r>
              <a:rPr sz="14500" b="1">
                <a:solidFill>
                  <a:srgbClr val="082E49"/>
                </a:solidFill>
                <a:latin typeface="思源宋体 CN Heavy" panose="02020900000000000000" charset="-122"/>
                <a:ea typeface="思源宋体 CN Heavy" panose="02020900000000000000" charset="-122"/>
                <a:cs typeface="思源黑体 CN Bold" panose="020B0800000000000000" charset="-122"/>
              </a:rPr>
              <a:t>日内重要</a:t>
            </a:r>
            <a:r>
              <a:rPr sz="14500">
                <a:latin typeface="思源宋体 CN Heavy" panose="02020900000000000000" charset="-122"/>
                <a:ea typeface="思源宋体 CN Heavy" panose="02020900000000000000" charset="-122"/>
                <a:sym typeface="+mn-ea"/>
              </a:rPr>
              <a:t>消息解读</a:t>
            </a:r>
            <a:endParaRPr sz="14500" b="1">
              <a:solidFill>
                <a:srgbClr val="082E49"/>
              </a:solidFill>
              <a:latin typeface="思源宋体 CN Heavy" panose="02020900000000000000" charset="-122"/>
              <a:ea typeface="思源宋体 CN Heavy" panose="02020900000000000000" charset="-122"/>
              <a:cs typeface="思源黑体 CN Bold" panose="020B0800000000000000" charset="-122"/>
            </a:endParaRPr>
          </a:p>
          <a:p>
            <a:pPr algn="l">
              <a:defRPr sz="7050" b="1">
                <a:solidFill>
                  <a:srgbClr val="082E49"/>
                </a:solidFill>
                <a:latin typeface="思源黑体 CN Bold" panose="020B0800000000000000" charset="-122"/>
                <a:ea typeface="思源黑体 CN Bold" panose="020B0800000000000000" charset="-122"/>
                <a:cs typeface="思源黑体 CN Bold" panose="020B0800000000000000" charset="-122"/>
              </a:defRPr>
            </a:pPr>
            <a:endParaRPr sz="14500" b="1">
              <a:solidFill>
                <a:srgbClr val="082E49"/>
              </a:solidFill>
              <a:latin typeface="思源宋体 CN Heavy" panose="02020900000000000000" charset="-122"/>
              <a:ea typeface="思源宋体 CN Heavy" panose="02020900000000000000" charset="-122"/>
              <a:cs typeface="思源黑体 CN Bold" panose="020B0800000000000000" charset="-122"/>
            </a:endParaRPr>
          </a:p>
        </p:txBody>
      </p:sp>
      <p:sp>
        <p:nvSpPr>
          <p:cNvPr id="9" name="cover-date"/>
          <p:cNvSpPr>
            <a:spLocks noGrp="1"/>
          </p:cNvSpPr>
          <p:nvPr/>
        </p:nvSpPr>
        <p:spPr>
          <a:xfrm>
            <a:off x="1216152" y="8662035"/>
            <a:ext cx="3905250" cy="457200"/>
          </a:xfrm>
          <a:prstGeom prst="rect">
            <a:avLst/>
          </a:prstGeom>
          <a:noFill/>
          <a:ln w="0">
            <a:noFill/>
            <a:prstDash val="solid"/>
          </a:ln>
        </p:spPr>
        <p:txBody>
          <a:bodyPr lIns="0"/>
          <a:lstStyle/>
          <a:p>
            <a:pPr algn="l">
              <a:defRPr sz="2800" b="0">
                <a:solidFill>
                  <a:srgbClr val="78A6BD"/>
                </a:solidFill>
                <a:latin typeface="思源黑体 CN Normal" panose="020B0400000000000000" charset="-122"/>
                <a:ea typeface="思源黑体 CN Normal" panose="020B0400000000000000" charset="-122"/>
                <a:cs typeface="思源黑体 CN Normal" panose="020B0400000000000000" charset="-122"/>
              </a:defRPr>
            </a:pPr>
            <a:r>
              <a:rPr sz="3600" b="0">
                <a:solidFill>
                  <a:srgbClr val="78A6BD"/>
                </a:solidFill>
                <a:latin typeface="思源黑体 CN Normal" panose="020B0400000000000000" charset="-122"/>
                <a:ea typeface="思源黑体 CN Normal" panose="020B0400000000000000" charset="-122"/>
                <a:cs typeface="思源黑体 CN Normal" panose="020B0400000000000000" charset="-122"/>
              </a:rPr>
              <a:t>2026 年 </a:t>
            </a:r>
            <a:r>
              <a:rPr lang="en-US" sz="3600" b="0">
                <a:solidFill>
                  <a:srgbClr val="78A6BD"/>
                </a:solidFill>
                <a:latin typeface="思源黑体 CN Normal" panose="020B0400000000000000" charset="-122"/>
                <a:ea typeface="思源黑体 CN Normal" panose="020B0400000000000000" charset="-122"/>
                <a:cs typeface="思源黑体 CN Normal" panose="020B0400000000000000" charset="-122"/>
              </a:rPr>
              <a:t>9 </a:t>
            </a:r>
            <a:r>
              <a:rPr sz="3600" b="0">
                <a:solidFill>
                  <a:srgbClr val="78A6BD"/>
                </a:solidFill>
                <a:latin typeface="思源黑体 CN Normal" panose="020B0400000000000000" charset="-122"/>
                <a:ea typeface="思源黑体 CN Normal" panose="020B0400000000000000" charset="-122"/>
                <a:cs typeface="思源黑体 CN Normal" panose="020B0400000000000000" charset="-122"/>
              </a:rPr>
              <a:t>月 </a:t>
            </a:r>
            <a:r>
              <a:rPr lang="en-US" sz="3600" b="0">
                <a:solidFill>
                  <a:srgbClr val="78A6BD"/>
                </a:solidFill>
                <a:latin typeface="思源黑体 CN Normal" panose="020B0400000000000000" charset="-122"/>
                <a:ea typeface="思源黑体 CN Normal" panose="020B0400000000000000" charset="-122"/>
                <a:cs typeface="思源黑体 CN Normal" panose="020B0400000000000000" charset="-122"/>
              </a:rPr>
              <a:t>18 </a:t>
            </a:r>
            <a:r>
              <a:rPr sz="3600" b="0">
                <a:solidFill>
                  <a:srgbClr val="78A6BD"/>
                </a:solidFill>
                <a:latin typeface="思源黑体 CN Normal" panose="020B0400000000000000" charset="-122"/>
                <a:ea typeface="思源黑体 CN Normal" panose="020B0400000000000000" charset="-122"/>
                <a:cs typeface="思源黑体 CN Normal" panose="020B0400000000000000" charset="-122"/>
              </a:rPr>
              <a:t>日</a:t>
            </a:r>
            <a:endParaRPr sz="3600" b="0">
              <a:solidFill>
                <a:srgbClr val="78A6BD"/>
              </a:solidFill>
              <a:latin typeface="思源黑体 CN Normal" panose="020B0400000000000000" charset="-122"/>
              <a:ea typeface="思源黑体 CN Normal" panose="020B0400000000000000" charset="-122"/>
              <a:cs typeface="思源黑体 CN Normal" panose="020B0400000000000000" charset="-122"/>
            </a:endParaRPr>
          </a:p>
        </p:txBody>
      </p:sp>
      <p:grpSp>
        <p:nvGrpSpPr>
          <p:cNvPr id="8" name="组合 7"/>
          <p:cNvGrpSpPr/>
          <p:nvPr/>
        </p:nvGrpSpPr>
        <p:grpSpPr>
          <a:xfrm>
            <a:off x="1219200" y="9324340"/>
            <a:ext cx="11289665" cy="918210"/>
            <a:chOff x="1920" y="19769"/>
            <a:chExt cx="17779" cy="1446"/>
          </a:xfrm>
        </p:grpSpPr>
        <p:sp>
          <p:nvSpPr>
            <p:cNvPr id="13" name="矩形 12"/>
            <p:cNvSpPr>
              <a:spLocks noGrp="1"/>
            </p:cNvSpPr>
            <p:nvPr/>
          </p:nvSpPr>
          <p:spPr>
            <a:xfrm>
              <a:off x="1920" y="19769"/>
              <a:ext cx="2700" cy="900"/>
            </a:xfrm>
            <a:prstGeom prst="rect">
              <a:avLst/>
            </a:prstGeom>
            <a:noFill/>
            <a:ln w="0">
              <a:noFill/>
              <a:prstDash val="solid"/>
            </a:ln>
          </p:spPr>
          <p:txBody>
            <a:bodyPr/>
            <a:lstStyle/>
            <a:p>
              <a:pPr algn="l">
                <a:defRPr sz="3600" b="0">
                  <a:solidFill>
                    <a:srgbClr val="082E49"/>
                  </a:solidFill>
                  <a:latin typeface="思源黑体 CN Normal" panose="020B0400000000000000" charset="-122"/>
                  <a:ea typeface="思源黑体 CN Normal" panose="020B0400000000000000" charset="-122"/>
                  <a:cs typeface="思源黑体 CN Normal" panose="020B0400000000000000" charset="-122"/>
                </a:defRPr>
              </a:pPr>
              <a:r>
                <a:rPr sz="4400" b="0">
                  <a:solidFill>
                    <a:srgbClr val="082E49"/>
                  </a:solidFill>
                  <a:latin typeface="思源黑体 CN Normal" panose="020B0400000000000000" charset="-122"/>
                  <a:ea typeface="思源黑体 CN Normal" panose="020B0400000000000000" charset="-122"/>
                  <a:cs typeface="思源黑体 CN Normal" panose="020B0400000000000000" charset="-122"/>
                </a:rPr>
                <a:t>目录</a:t>
              </a:r>
              <a:endParaRPr sz="4400" b="0">
                <a:solidFill>
                  <a:srgbClr val="082E49"/>
                </a:solidFill>
                <a:latin typeface="思源黑体 CN Normal" panose="020B0400000000000000" charset="-122"/>
                <a:ea typeface="思源黑体 CN Normal" panose="020B0400000000000000" charset="-122"/>
                <a:cs typeface="思源黑体 CN Normal" panose="020B0400000000000000" charset="-122"/>
              </a:endParaRPr>
            </a:p>
          </p:txBody>
        </p:sp>
        <p:sp>
          <p:nvSpPr>
            <p:cNvPr id="14" name="矩形 13"/>
            <p:cNvSpPr>
              <a:spLocks noGrp="1"/>
            </p:cNvSpPr>
            <p:nvPr/>
          </p:nvSpPr>
          <p:spPr>
            <a:xfrm>
              <a:off x="16810" y="20306"/>
              <a:ext cx="2850" cy="600"/>
            </a:xfrm>
            <a:prstGeom prst="rect">
              <a:avLst/>
            </a:prstGeom>
            <a:noFill/>
            <a:ln w="0">
              <a:noFill/>
              <a:prstDash val="solid"/>
            </a:ln>
          </p:spPr>
          <p:txBody>
            <a:bodyPr/>
            <a:lstStyle/>
            <a:p>
              <a:pPr algn="r">
                <a:defRPr sz="2100" b="0">
                  <a:solidFill>
                    <a:srgbClr val="78A6BD"/>
                  </a:solidFill>
                  <a:latin typeface="思源黑体 CN Normal" panose="020B0400000000000000" charset="-122"/>
                  <a:ea typeface="思源黑体 CN Normal" panose="020B0400000000000000" charset="-122"/>
                  <a:cs typeface="思源黑体 CN Normal" panose="020B0400000000000000" charset="-122"/>
                </a:defRPr>
              </a:pPr>
              <a:r>
                <a:rPr sz="2100" b="0">
                  <a:solidFill>
                    <a:srgbClr val="78A6BD"/>
                  </a:solidFill>
                  <a:latin typeface="思源黑体 CN Normal" panose="020B0400000000000000" charset="-122"/>
                  <a:ea typeface="思源黑体 CN Normal" panose="020B0400000000000000" charset="-122"/>
                  <a:cs typeface="思源黑体 CN Normal" panose="020B0400000000000000" charset="-122"/>
                </a:rPr>
                <a:t>CONTENT</a:t>
              </a:r>
              <a:endParaRPr sz="2100" b="0">
                <a:solidFill>
                  <a:srgbClr val="78A6BD"/>
                </a:solidFill>
                <a:latin typeface="思源黑体 CN Normal" panose="020B0400000000000000" charset="-122"/>
                <a:ea typeface="思源黑体 CN Normal" panose="020B0400000000000000" charset="-122"/>
                <a:cs typeface="思源黑体 CN Normal" panose="020B0400000000000000" charset="-122"/>
              </a:endParaRPr>
            </a:p>
          </p:txBody>
        </p:sp>
        <p:sp>
          <p:nvSpPr>
            <p:cNvPr id="15" name="矩形 14"/>
            <p:cNvSpPr>
              <a:spLocks noGrp="1"/>
            </p:cNvSpPr>
            <p:nvPr/>
          </p:nvSpPr>
          <p:spPr>
            <a:xfrm>
              <a:off x="2068" y="20983"/>
              <a:ext cx="1922" cy="231"/>
            </a:xfrm>
            <a:prstGeom prst="rect">
              <a:avLst/>
            </a:prstGeom>
            <a:solidFill>
              <a:srgbClr val="1FC7E6"/>
            </a:solidFill>
            <a:ln w="0">
              <a:noFill/>
              <a:prstDash val="solid"/>
            </a:ln>
          </p:spPr>
        </p:sp>
        <p:sp>
          <p:nvSpPr>
            <p:cNvPr id="16" name="直接连接符 15"/>
            <p:cNvSpPr>
              <a:spLocks noGrp="1"/>
            </p:cNvSpPr>
            <p:nvPr/>
          </p:nvSpPr>
          <p:spPr>
            <a:xfrm>
              <a:off x="2257" y="21215"/>
              <a:ext cx="17442" cy="1"/>
            </a:xfrm>
            <a:prstGeom prst="line">
              <a:avLst/>
            </a:prstGeom>
            <a:noFill/>
            <a:ln w="9525">
              <a:solidFill>
                <a:srgbClr val="BDE7F7"/>
              </a:solidFill>
              <a:prstDash val="solid"/>
            </a:ln>
          </p:spPr>
        </p:sp>
      </p:grpSp>
      <p:sp>
        <p:nvSpPr>
          <p:cNvPr id="26" name="矩形 25"/>
          <p:cNvSpPr>
            <a:spLocks noGrp="1"/>
          </p:cNvSpPr>
          <p:nvPr/>
        </p:nvSpPr>
        <p:spPr>
          <a:xfrm>
            <a:off x="1219200" y="17554575"/>
            <a:ext cx="666750" cy="552450"/>
          </a:xfrm>
          <a:prstGeom prst="rect">
            <a:avLst/>
          </a:prstGeom>
          <a:noFill/>
          <a:ln w="0">
            <a:noFill/>
            <a:prstDash val="solid"/>
          </a:ln>
        </p:spPr>
        <p:txBody>
          <a:bodyPr/>
          <a:lstStyle/>
          <a:p/>
        </p:txBody>
      </p:sp>
      <p:sp>
        <p:nvSpPr>
          <p:cNvPr id="33" name="footer-url"/>
          <p:cNvSpPr>
            <a:spLocks noGrp="1"/>
          </p:cNvSpPr>
          <p:nvPr/>
        </p:nvSpPr>
        <p:spPr>
          <a:xfrm>
            <a:off x="914400" y="23545800"/>
            <a:ext cx="2000250" cy="228600"/>
          </a:xfrm>
          <a:prstGeom prst="rect">
            <a:avLst/>
          </a:prstGeom>
          <a:noFill/>
          <a:ln w="0">
            <a:noFill/>
            <a:prstDash val="solid"/>
          </a:ln>
        </p:spPr>
        <p:txBody>
          <a:bodyPr/>
          <a:lstStyle/>
          <a:p>
            <a:pPr algn="l">
              <a:defRPr sz="1000" b="1">
                <a:solidFill>
                  <a:srgbClr val="78A6BD"/>
                </a:solidFill>
                <a:latin typeface="思源黑体 CN Bold" panose="020B0800000000000000" charset="-122"/>
                <a:ea typeface="思源黑体 CN Bold" panose="020B0800000000000000" charset="-122"/>
                <a:cs typeface="思源黑体 CN Bold" panose="020B0800000000000000" charset="-122"/>
              </a:defRPr>
            </a:pPr>
            <a:r>
              <a:rPr sz="1400" b="1">
                <a:solidFill>
                  <a:srgbClr val="78A6BD"/>
                </a:solidFill>
                <a:latin typeface="思源黑体 CN Bold" panose="020B0800000000000000" charset="-122"/>
                <a:ea typeface="思源黑体 CN Bold" panose="020B0800000000000000" charset="-122"/>
                <a:cs typeface="思源黑体 CN Bold" panose="020B0800000000000000" charset="-122"/>
              </a:rPr>
              <a:t>www.jin10.com</a:t>
            </a:r>
            <a:endParaRPr sz="1400" b="1">
              <a:solidFill>
                <a:srgbClr val="78A6BD"/>
              </a:solidFill>
              <a:latin typeface="思源黑体 CN Bold" panose="020B0800000000000000" charset="-122"/>
              <a:ea typeface="思源黑体 CN Bold" panose="020B0800000000000000" charset="-122"/>
              <a:cs typeface="思源黑体 CN Bold" panose="020B0800000000000000" charset="-122"/>
            </a:endParaRPr>
          </a:p>
        </p:txBody>
      </p:sp>
      <p:sp>
        <p:nvSpPr>
          <p:cNvPr id="34" name="footer-brand"/>
          <p:cNvSpPr>
            <a:spLocks noGrp="1"/>
          </p:cNvSpPr>
          <p:nvPr/>
        </p:nvSpPr>
        <p:spPr>
          <a:xfrm>
            <a:off x="11049000" y="23545800"/>
            <a:ext cx="1762125" cy="228600"/>
          </a:xfrm>
          <a:prstGeom prst="rect">
            <a:avLst/>
          </a:prstGeom>
          <a:noFill/>
          <a:ln w="0">
            <a:noFill/>
            <a:prstDash val="solid"/>
          </a:ln>
        </p:spPr>
        <p:txBody>
          <a:bodyPr/>
          <a:lstStyle/>
          <a:p>
            <a:pPr algn="r">
              <a:defRPr sz="1000" b="1">
                <a:solidFill>
                  <a:srgbClr val="78A6BD"/>
                </a:solidFill>
                <a:latin typeface="思源黑体 CN Bold" panose="020B0800000000000000" charset="-122"/>
                <a:ea typeface="思源黑体 CN Bold" panose="020B0800000000000000" charset="-122"/>
                <a:cs typeface="思源黑体 CN Bold" panose="020B0800000000000000" charset="-122"/>
              </a:defRPr>
            </a:pPr>
            <a:r>
              <a:rPr sz="1400" b="1">
                <a:solidFill>
                  <a:srgbClr val="78A6BD"/>
                </a:solidFill>
                <a:latin typeface="思源黑体 CN Bold" panose="020B0800000000000000" charset="-122"/>
                <a:ea typeface="思源黑体 CN Bold" panose="020B0800000000000000" charset="-122"/>
                <a:cs typeface="思源黑体 CN Bold" panose="020B0800000000000000" charset="-122"/>
              </a:rPr>
              <a:t>JIN10 PLUS</a:t>
            </a:r>
            <a:endParaRPr sz="1400" b="1">
              <a:solidFill>
                <a:srgbClr val="78A6BD"/>
              </a:solidFill>
              <a:latin typeface="思源黑体 CN Bold" panose="020B0800000000000000" charset="-122"/>
              <a:ea typeface="思源黑体 CN Bold" panose="020B0800000000000000" charset="-122"/>
              <a:cs typeface="思源黑体 CN Bold" panose="020B0800000000000000" charset="-122"/>
            </a:endParaRPr>
          </a:p>
        </p:txBody>
      </p:sp>
      <p:grpSp>
        <p:nvGrpSpPr>
          <p:cNvPr id="35" name="组合 34"/>
          <p:cNvGrpSpPr/>
          <p:nvPr/>
        </p:nvGrpSpPr>
        <p:grpSpPr>
          <a:xfrm>
            <a:off x="9932670" y="1310005"/>
            <a:ext cx="2376170" cy="1259840"/>
            <a:chOff x="15642" y="2063"/>
            <a:chExt cx="3742" cy="1984"/>
          </a:xfrm>
        </p:grpSpPr>
        <p:sp>
          <p:nvSpPr>
            <p:cNvPr id="36" name="文本框 35"/>
            <p:cNvSpPr txBox="1">
              <a:spLocks noGrp="1" noRot="1" noMove="1" noResize="1" noEditPoints="1" noAdjustHandles="1" noChangeArrowheads="1" noChangeShapeType="1"/>
            </p:cNvSpPr>
            <p:nvPr/>
          </p:nvSpPr>
          <p:spPr>
            <a:xfrm>
              <a:off x="15642" y="3370"/>
              <a:ext cx="3742" cy="677"/>
            </a:xfrm>
            <a:prstGeom prst="rect">
              <a:avLst/>
            </a:prstGeom>
            <a:noFill/>
          </p:spPr>
          <p:txBody>
            <a:bodyPr wrap="square" rtlCol="0">
              <a:spAutoFit/>
            </a:bodyPr>
            <a:p>
              <a:pPr algn="r"/>
              <a:r>
                <a:rPr kumimoji="1" lang="en-US" altLang="zh-CN" sz="2200" b="1" dirty="0">
                  <a:solidFill>
                    <a:schemeClr val="accent1"/>
                  </a:solidFill>
                  <a:latin typeface="思源黑体 CN Bold" panose="020B0800000000000000" charset="-122"/>
                  <a:ea typeface="思源黑体 CN Bold" panose="020B0800000000000000" charset="-122"/>
                </a:rPr>
                <a:t>PLUS</a:t>
              </a:r>
              <a:r>
                <a:rPr kumimoji="1" lang="zh-CN" altLang="en-US" sz="2200" b="1" dirty="0">
                  <a:solidFill>
                    <a:schemeClr val="accent1"/>
                  </a:solidFill>
                  <a:latin typeface="思源黑体 CN Bold" panose="020B0800000000000000" charset="-122"/>
                  <a:ea typeface="思源黑体 CN Bold" panose="020B0800000000000000" charset="-122"/>
                </a:rPr>
                <a:t> </a:t>
              </a:r>
              <a:r>
                <a:rPr kumimoji="1" lang="en-US" altLang="zh-CN" sz="2200" b="1" dirty="0">
                  <a:solidFill>
                    <a:schemeClr val="accent1"/>
                  </a:solidFill>
                  <a:latin typeface="思源黑体 CN Bold" panose="020B0800000000000000" charset="-122"/>
                  <a:ea typeface="思源黑体 CN Bold" panose="020B0800000000000000" charset="-122"/>
                </a:rPr>
                <a:t>Team</a:t>
              </a:r>
              <a:endParaRPr kumimoji="1" lang="en-US" altLang="zh-CN" sz="2200" b="1" dirty="0">
                <a:solidFill>
                  <a:schemeClr val="accent1"/>
                </a:solidFill>
                <a:latin typeface="思源黑体 CN Bold" panose="020B0800000000000000" charset="-122"/>
                <a:ea typeface="思源黑体 CN Bold" panose="020B0800000000000000" charset="-122"/>
              </a:endParaRPr>
            </a:p>
          </p:txBody>
        </p:sp>
        <p:grpSp>
          <p:nvGrpSpPr>
            <p:cNvPr id="37" name="组合 36"/>
            <p:cNvGrpSpPr/>
            <p:nvPr/>
          </p:nvGrpSpPr>
          <p:grpSpPr>
            <a:xfrm>
              <a:off x="15642" y="2063"/>
              <a:ext cx="3742" cy="1115"/>
              <a:chOff x="15642" y="2063"/>
              <a:chExt cx="3742" cy="1115"/>
            </a:xfrm>
          </p:grpSpPr>
          <p:sp>
            <p:nvSpPr>
              <p:cNvPr id="38" name="文本框 37"/>
              <p:cNvSpPr txBox="1">
                <a:spLocks noGrp="1" noRot="1" noChangeAspect="1" noMove="1" noResize="1" noEditPoints="1" noAdjustHandles="1" noChangeArrowheads="1" noChangeShapeType="1"/>
              </p:cNvSpPr>
              <p:nvPr/>
            </p:nvSpPr>
            <p:spPr>
              <a:xfrm>
                <a:off x="15642" y="2063"/>
                <a:ext cx="3742" cy="1062"/>
              </a:xfrm>
              <a:prstGeom prst="rect">
                <a:avLst/>
              </a:prstGeom>
              <a:noFill/>
            </p:spPr>
            <p:txBody>
              <a:bodyPr wrap="square" rtlCol="0" anchor="t">
                <a:spAutoFit/>
              </a:bodyPr>
              <a:p>
                <a:pPr algn="r"/>
                <a:r>
                  <a:rPr kumimoji="1" lang="zh-CN" altLang="en-US" sz="1600" dirty="0">
                    <a:solidFill>
                      <a:schemeClr val="accent1"/>
                    </a:solidFill>
                    <a:latin typeface="思源黑体 CN Light" panose="020B0300000000000000" pitchFamily="34" charset="-122"/>
                    <a:ea typeface="思源黑体 CN Light" panose="020B0300000000000000" pitchFamily="34" charset="-122"/>
                  </a:rPr>
                  <a:t>联系方式</a:t>
                </a:r>
                <a:endParaRPr kumimoji="1" lang="zh-CN" altLang="en-US" sz="1600" dirty="0">
                  <a:solidFill>
                    <a:schemeClr val="accent1"/>
                  </a:solidFill>
                  <a:latin typeface="思源黑体 CN Light" panose="020B0300000000000000" pitchFamily="34" charset="-122"/>
                  <a:ea typeface="思源黑体 CN Light" panose="020B0300000000000000" pitchFamily="34" charset="-122"/>
                </a:endParaRPr>
              </a:p>
            </p:txBody>
          </p:sp>
          <p:sp>
            <p:nvSpPr>
              <p:cNvPr id="39" name="文本框 38"/>
              <p:cNvSpPr txBox="1">
                <a:spLocks noGrp="1" noRot="1" noChangeAspect="1" noMove="1" noResize="1" noEditPoints="1" noAdjustHandles="1" noChangeArrowheads="1" noChangeShapeType="1"/>
              </p:cNvSpPr>
              <p:nvPr/>
            </p:nvSpPr>
            <p:spPr>
              <a:xfrm>
                <a:off x="16093" y="2648"/>
                <a:ext cx="3291" cy="531"/>
              </a:xfrm>
              <a:prstGeom prst="rect">
                <a:avLst/>
              </a:prstGeom>
              <a:noFill/>
            </p:spPr>
            <p:txBody>
              <a:bodyPr wrap="none" rtlCol="0" anchor="t">
                <a:spAutoFit/>
              </a:bodyPr>
              <a:p>
                <a:pPr algn="r"/>
                <a:r>
                  <a:rPr kumimoji="1" lang="en-US" altLang="zh-CN" sz="1600" dirty="0">
                    <a:solidFill>
                      <a:schemeClr val="accent1"/>
                    </a:solidFill>
                    <a:latin typeface="思源黑体 CN Light" panose="020B0300000000000000" pitchFamily="34" charset="-122"/>
                    <a:ea typeface="思源黑体 CN Light" panose="020B0300000000000000" pitchFamily="34" charset="-122"/>
                    <a:sym typeface="+mn-ea"/>
                  </a:rPr>
                  <a:t>bianjibu@jin10.com</a:t>
                </a:r>
                <a:endParaRPr kumimoji="1" lang="en-US" altLang="zh-CN" sz="1600" dirty="0">
                  <a:solidFill>
                    <a:schemeClr val="accent1"/>
                  </a:solidFill>
                  <a:latin typeface="思源黑体 CN Light" panose="020B0300000000000000" pitchFamily="34" charset="-122"/>
                  <a:ea typeface="思源黑体 CN Light" panose="020B0300000000000000" pitchFamily="34" charset="-122"/>
                  <a:sym typeface="+mn-ea"/>
                </a:endParaRPr>
              </a:p>
            </p:txBody>
          </p:sp>
        </p:grpSp>
      </p:grpSp>
      <p:sp>
        <p:nvSpPr>
          <p:cNvPr id="44" name="brand-research"/>
          <p:cNvSpPr txBox="1">
            <a:spLocks noGrp="1" noRot="1" noMove="1" noResize="1" noEditPoints="1" noAdjustHandles="1" noChangeArrowheads="1" noChangeShapeType="1"/>
          </p:cNvSpPr>
          <p:nvPr/>
        </p:nvSpPr>
        <p:spPr>
          <a:xfrm>
            <a:off x="1216152" y="1310270"/>
            <a:ext cx="2667000" cy="429895"/>
          </a:xfrm>
          <a:prstGeom prst="rect">
            <a:avLst/>
          </a:prstGeom>
          <a:noFill/>
        </p:spPr>
        <p:txBody>
          <a:bodyPr wrap="none" rtlCol="0" lIns="0">
            <a:spAutoFit/>
          </a:bodyPr>
          <a:p>
            <a:r>
              <a:rPr kumimoji="1" lang="zh-CN" altLang="en-US" sz="2200" dirty="0">
                <a:solidFill>
                  <a:schemeClr val="accent1"/>
                </a:solidFill>
                <a:latin typeface="锐字云字库综艺GB" panose="02010604000000000000" pitchFamily="2" charset="-122"/>
                <a:ea typeface="锐字云字库综艺GB" panose="02010604000000000000" pitchFamily="2" charset="-122"/>
              </a:rPr>
              <a:t>金十数据 </a:t>
            </a:r>
            <a:r>
              <a:rPr kumimoji="1" lang="en-US" altLang="zh-CN" sz="2200" dirty="0">
                <a:solidFill>
                  <a:schemeClr val="accent1"/>
                </a:solidFill>
                <a:latin typeface="锐字云字库综艺GB" panose="02010604000000000000" pitchFamily="2" charset="-122"/>
                <a:ea typeface="锐字云字库综艺GB" panose="02010604000000000000" pitchFamily="2" charset="-122"/>
              </a:rPr>
              <a:t>Research</a:t>
            </a:r>
            <a:endParaRPr kumimoji="1" lang="en-US" altLang="zh-CN" sz="2200" dirty="0">
              <a:solidFill>
                <a:schemeClr val="accent1"/>
              </a:solidFill>
              <a:latin typeface="锐字云字库综艺GB" panose="02010604000000000000" pitchFamily="2" charset="-122"/>
              <a:ea typeface="锐字云字库综艺GB" panose="02010604000000000000" pitchFamily="2" charset="-122"/>
            </a:endParaRPr>
          </a:p>
        </p:txBody>
      </p:sp>
      <p:sp>
        <p:nvSpPr>
          <p:cNvPr id="43" name="文本框 42"/>
          <p:cNvSpPr txBox="1">
            <a:spLocks noGrp="1" noRot="1" noMove="1" noResize="1" noEditPoints="1" noAdjustHandles="1" noChangeArrowheads="1" noChangeShapeType="1"/>
          </p:cNvSpPr>
          <p:nvPr/>
        </p:nvSpPr>
        <p:spPr>
          <a:xfrm>
            <a:off x="4011930" y="21407755"/>
            <a:ext cx="8801100" cy="1722120"/>
          </a:xfrm>
          <a:prstGeom prst="rect">
            <a:avLst/>
          </a:prstGeom>
          <a:noFill/>
        </p:spPr>
        <p:txBody>
          <a:bodyPr wrap="square" rtlCol="0">
            <a:spAutoFit/>
          </a:bodyPr>
          <a:p>
            <a:pPr>
              <a:lnSpc>
                <a:spcPct val="120000"/>
              </a:lnSpc>
            </a:pPr>
            <a:r>
              <a:rPr lang="zh-CN" altLang="en-US" sz="1000" dirty="0">
                <a:solidFill>
                  <a:schemeClr val="accent1"/>
                </a:solidFill>
                <a:latin typeface="思源黑体 CN Light" panose="020B0300000000000000" pitchFamily="34" charset="-122"/>
                <a:ea typeface="思源黑体 CN Light" panose="020B0300000000000000" pitchFamily="34" charset="-122"/>
              </a:rPr>
              <a:t>本材料中的信息来自其撰写者的观点。尽管已采取一切合理措施确保本材料中陈述的事实准确，并且其中包含的预测、意见和期望公平合理，但金十数据对所提供材料的完整性或准确性不作任何陈述或保证。由于计算、调整和/或翻译成不同语言，本材料中可能存在数据差异。金十数据对因使用本材料或其内容而造成的任何损失不承担任何责任，金十数据的高级职员或雇员均不对本材料或其内容承担任何责任。本材料中包含的意见、预测仅代表截至材料日期的当前意见或判断，因此如有更改，恕不另行通知。无法保证未来的结果或事件将与任何此类意见、预测一致，这些意见、预测仅代表一种可能的结果。此外，此类意见、预测受到某些未经验证的风险、不确定性和假设的影响，未来的实际结果或事件可能存在重大差异。过去的表现并不预示未来的结果，因此，投资者获得的回报可能少于最初的投资。本材料无意作为购买或出售任何金融工具的要约或招揽。本文中的意见和建议并未考虑到个别客户的情况、目标或需求，也不旨在作为对特定客户的特定证券、金融工具或策略的建议。本材料的接收者必须就此处提及的任何证券或金融工具自行做出独立决定，并应在其认为必要时向此类独立财务、法律、税务或其他顾问寻求建议。</a:t>
            </a:r>
            <a:endParaRPr lang="zh-CN" altLang="en-US" sz="1000" dirty="0">
              <a:solidFill>
                <a:schemeClr val="accent1"/>
              </a:solidFill>
              <a:latin typeface="思源黑体 CN Light" panose="020B0300000000000000" pitchFamily="34" charset="-122"/>
              <a:ea typeface="思源黑体 CN Light" panose="020B0300000000000000" pitchFamily="34" charset="-122"/>
            </a:endParaRPr>
          </a:p>
          <a:p>
            <a:endParaRPr kumimoji="1" lang="zh-CN" altLang="en-US" sz="1000" dirty="0">
              <a:solidFill>
                <a:schemeClr val="accent1"/>
              </a:solidFill>
              <a:latin typeface="思源黑体 CN Light" panose="020B0300000000000000" pitchFamily="34" charset="-122"/>
              <a:ea typeface="思源黑体 CN Light" panose="020B0300000000000000" pitchFamily="34" charset="-122"/>
            </a:endParaRPr>
          </a:p>
        </p:txBody>
      </p:sp>
      <p:pic>
        <p:nvPicPr>
          <p:cNvPr id="45" name="图片 44" descr="电子设备的屏幕&#10;&#10;描述已自动生成">
            <a:hlinkClick r:id="rId2"/>
          </p:cNvPr>
          <p:cNvPicPr>
            <a:picLocks noGrp="1" noRot="1" noChangeAspect="1" noMove="1" noResize="1" noEditPoints="1" noAdjustHandles="1" noChangeArrowheads="1" noChangeShapeType="1" noCrop="1"/>
          </p:cNvPicPr>
          <p:nvPr/>
        </p:nvPicPr>
        <p:blipFill>
          <a:blip r:embed="rId3" cstate="screen"/>
          <a:stretch>
            <a:fillRect/>
          </a:stretch>
        </p:blipFill>
        <p:spPr>
          <a:xfrm>
            <a:off x="914291" y="21490656"/>
            <a:ext cx="2978632" cy="1257216"/>
          </a:xfrm>
          <a:prstGeom prst="rect">
            <a:avLst/>
          </a:prstGeom>
        </p:spPr>
      </p:pic>
      <p:sp>
        <p:nvSpPr>
          <p:cNvPr id="46" name="cover-toc"/>
          <p:cNvSpPr txBox="1"/>
          <p:nvPr/>
        </p:nvSpPr>
        <p:spPr>
          <a:xfrm>
            <a:off x="1216152" y="10398760"/>
            <a:ext cx="10326370" cy="7101840"/>
          </a:xfrm>
          <a:prstGeom prst="rect">
            <a:avLst/>
          </a:prstGeom>
          <a:noFill/>
        </p:spPr>
        <p:txBody>
          <a:bodyPr wrap="square" rtlCol="0" lIns="0">
            <a:noAutofit/>
          </a:bodyPr>
          <a:p>
            <a:pPr indent="0" algn="l" fontAlgn="auto">
              <a:lnSpc>
                <a:spcPct val="150000"/>
              </a:lnSpc>
              <a:spcBef>
                <a:spcPts val="0"/>
              </a:spcBef>
              <a:spcAft>
                <a:spcPts val="1200"/>
              </a:spcAft>
              <a:buClrTx/>
              <a:buSzTx/>
              <a:buFont typeface="+mj-lt"/>
              <a:buNone/>
            </a:pPr>
            <a:r>
              <a:rPr lang="en-US" altLang="zh-CN" sz="3200" dirty="0">
                <a:solidFill>
                  <a:schemeClr val="accent1"/>
                </a:solidFill>
                <a:latin typeface="思源宋体 CN Light" panose="02020300000000000000" charset="-122"/>
                <a:ea typeface="思源宋体 CN Light" panose="02020300000000000000" charset="-122"/>
                <a:sym typeface="+mn-ea"/>
              </a:rPr>
              <a:t>01</a:t>
            </a:r>
            <a:r>
              <a:rPr lang="en-US" altLang="zh-CN" sz="3200" dirty="0">
                <a:solidFill>
                  <a:schemeClr val="accent1"/>
                </a:solidFill>
                <a:latin typeface="思源黑体 CN Light" panose="020B0300000000000000" pitchFamily="34" charset="-128"/>
                <a:ea typeface="思源黑体 CN Light" panose="020B0300000000000000" pitchFamily="34" charset="-128"/>
                <a:sym typeface="+mn-ea"/>
              </a:rPr>
              <a:t> </a:t>
            </a:r>
            <a:r>
              <a:rPr lang="zh-CN" sz="3200" dirty="0">
                <a:latin typeface="思源黑体 CN Light" panose="020B0300000000000000" pitchFamily="34" charset="-128"/>
                <a:ea typeface="思源黑体 CN Light" panose="020B0300000000000000" pitchFamily="34" charset="-128"/>
                <a:sym typeface="+mn-ea"/>
              </a:rPr>
              <a:t>宏观消息</a:t>
            </a:r>
            <a:endParaRPr lang="zh-CN" altLang="en-US" sz="3200" dirty="0">
              <a:solidFill>
                <a:schemeClr val="tx1"/>
              </a:solidFill>
              <a:latin typeface="思源黑体 CN Light" panose="020B0300000000000000" pitchFamily="34" charset="-128"/>
              <a:ea typeface="思源黑体 CN Light" panose="020B0300000000000000" pitchFamily="34" charset="-128"/>
              <a:sym typeface="+mn-ea"/>
            </a:endParaRPr>
          </a:p>
          <a:p>
            <a:pPr indent="0" algn="l" fontAlgn="auto">
              <a:lnSpc>
                <a:spcPct val="150000"/>
              </a:lnSpc>
              <a:spcBef>
                <a:spcPts val="0"/>
              </a:spcBef>
              <a:spcAft>
                <a:spcPts val="1200"/>
              </a:spcAft>
              <a:buClrTx/>
              <a:buSzTx/>
              <a:buFont typeface="+mj-lt"/>
              <a:buNone/>
            </a:pPr>
            <a:r>
              <a:rPr lang="en-US" altLang="zh-CN" sz="3200" dirty="0">
                <a:solidFill>
                  <a:schemeClr val="accent1"/>
                </a:solidFill>
                <a:latin typeface="思源宋体 CN Light" panose="02020300000000000000" charset="-122"/>
                <a:ea typeface="思源宋体 CN Light" panose="02020300000000000000" charset="-122"/>
                <a:sym typeface="+mn-ea"/>
              </a:rPr>
              <a:t>02</a:t>
            </a:r>
            <a:r>
              <a:rPr lang="zh-CN" sz="3200" dirty="0">
                <a:latin typeface="思源黑体 CN Light" panose="020B0300000000000000" pitchFamily="34" charset="-128"/>
                <a:ea typeface="思源黑体 CN Light" panose="020B0300000000000000" pitchFamily="34" charset="-128"/>
                <a:sym typeface="+mn-ea"/>
              </a:rPr>
              <a:t> 国内</a:t>
            </a:r>
            <a:r>
              <a:rPr lang="zh-CN" sz="3200" dirty="0">
                <a:solidFill>
                  <a:schemeClr val="tx1"/>
                </a:solidFill>
                <a:latin typeface="思源黑体 CN Light" panose="020B0300000000000000" pitchFamily="34" charset="-128"/>
                <a:ea typeface="思源黑体 CN Light" panose="020B0300000000000000" pitchFamily="34" charset="-128"/>
                <a:sym typeface="+mn-ea"/>
              </a:rPr>
              <a:t>股市动向</a:t>
            </a:r>
            <a:endParaRPr lang="zh-CN" altLang="en-US" sz="3200" dirty="0">
              <a:solidFill>
                <a:schemeClr val="tx1"/>
              </a:solidFill>
              <a:latin typeface="思源黑体 CN Light" panose="020B0300000000000000" pitchFamily="34" charset="-128"/>
              <a:ea typeface="思源黑体 CN Light" panose="020B0300000000000000" pitchFamily="34" charset="-128"/>
              <a:sym typeface="+mn-ea"/>
            </a:endParaRPr>
          </a:p>
          <a:p>
            <a:pPr indent="0" algn="l" fontAlgn="auto">
              <a:lnSpc>
                <a:spcPct val="150000"/>
              </a:lnSpc>
              <a:spcBef>
                <a:spcPts val="0"/>
              </a:spcBef>
              <a:spcAft>
                <a:spcPts val="1200"/>
              </a:spcAft>
              <a:buClrTx/>
              <a:buSzTx/>
              <a:buFont typeface="+mj-lt"/>
              <a:buNone/>
            </a:pPr>
            <a:r>
              <a:rPr lang="en-US" altLang="zh-CN" sz="3200" dirty="0">
                <a:solidFill>
                  <a:schemeClr val="accent1"/>
                </a:solidFill>
                <a:latin typeface="思源宋体 CN Light" panose="02020300000000000000" charset="-122"/>
                <a:ea typeface="思源宋体 CN Light" panose="02020300000000000000" charset="-122"/>
                <a:sym typeface="+mn-ea"/>
              </a:rPr>
              <a:t>03</a:t>
            </a:r>
            <a:r>
              <a:rPr lang="en-US" altLang="zh-CN" sz="3200" dirty="0">
                <a:solidFill>
                  <a:schemeClr val="accent1"/>
                </a:solidFill>
                <a:latin typeface="思源黑体 CN Light" panose="020B0300000000000000" pitchFamily="34" charset="-128"/>
                <a:ea typeface="思源黑体 CN Light" panose="020B0300000000000000" pitchFamily="34" charset="-128"/>
                <a:sym typeface="+mn-ea"/>
              </a:rPr>
              <a:t> </a:t>
            </a:r>
            <a:r>
              <a:rPr lang="zh-CN" sz="3200" dirty="0">
                <a:latin typeface="思源黑体 CN Light" panose="020B0300000000000000" pitchFamily="34" charset="-128"/>
                <a:ea typeface="思源黑体 CN Light" panose="020B0300000000000000" pitchFamily="34" charset="-128"/>
                <a:sym typeface="+mn-ea"/>
              </a:rPr>
              <a:t>海外股市动向</a:t>
            </a:r>
            <a:endParaRPr lang="zh-CN" sz="3200" dirty="0">
              <a:solidFill>
                <a:schemeClr val="tx1"/>
              </a:solidFill>
              <a:latin typeface="思源黑体 CN Light" panose="020B0300000000000000" pitchFamily="34" charset="-128"/>
              <a:ea typeface="思源黑体 CN Light" panose="020B0300000000000000" pitchFamily="34" charset="-128"/>
              <a:sym typeface="+mn-ea"/>
            </a:endParaRPr>
          </a:p>
          <a:p>
            <a:pPr indent="0" algn="l" fontAlgn="auto">
              <a:lnSpc>
                <a:spcPct val="150000"/>
              </a:lnSpc>
              <a:spcBef>
                <a:spcPts val="0"/>
              </a:spcBef>
              <a:spcAft>
                <a:spcPts val="1200"/>
              </a:spcAft>
              <a:buClrTx/>
              <a:buSzTx/>
              <a:buFont typeface="+mj-lt"/>
              <a:buNone/>
            </a:pPr>
            <a:r>
              <a:rPr lang="en-US" altLang="zh-CN" sz="3200" dirty="0">
                <a:solidFill>
                  <a:schemeClr val="accent1"/>
                </a:solidFill>
                <a:latin typeface="思源宋体 CN Light" panose="02020300000000000000" charset="-122"/>
                <a:ea typeface="思源宋体 CN Light" panose="02020300000000000000" charset="-122"/>
                <a:sym typeface="+mn-ea"/>
              </a:rPr>
              <a:t>04</a:t>
            </a:r>
            <a:r>
              <a:rPr lang="zh-CN" sz="3200" dirty="0">
                <a:latin typeface="思源黑体 CN Light" panose="020B0300000000000000" pitchFamily="34" charset="-128"/>
                <a:ea typeface="思源黑体 CN Light" panose="020B0300000000000000" pitchFamily="34" charset="-128"/>
                <a:sym typeface="+mn-ea"/>
              </a:rPr>
              <a:t> </a:t>
            </a:r>
            <a:r>
              <a:rPr lang="en-US" altLang="zh-CN" sz="3200" dirty="0">
                <a:latin typeface="思源黑体 CN Light" panose="020B0300000000000000" pitchFamily="34" charset="-128"/>
                <a:ea typeface="思源黑体 CN Light" panose="020B0300000000000000" pitchFamily="34" charset="-128"/>
                <a:sym typeface="+mn-ea"/>
              </a:rPr>
              <a:t>AI</a:t>
            </a:r>
            <a:r>
              <a:rPr lang="zh-CN" altLang="en-US" sz="3200" dirty="0">
                <a:latin typeface="思源黑体 CN Light" panose="020B0300000000000000" pitchFamily="34" charset="-128"/>
                <a:ea typeface="思源黑体 CN Light" panose="020B0300000000000000" pitchFamily="34" charset="-128"/>
                <a:sym typeface="+mn-ea"/>
              </a:rPr>
              <a:t>热点</a:t>
            </a:r>
            <a:endParaRPr lang="zh-CN" altLang="en-US" sz="3200" dirty="0">
              <a:latin typeface="思源黑体 CN Light" panose="020B0300000000000000" pitchFamily="34" charset="-128"/>
              <a:ea typeface="思源黑体 CN Light" panose="020B0300000000000000" pitchFamily="34" charset="-128"/>
              <a:sym typeface="+mn-ea"/>
            </a:endParaRPr>
          </a:p>
          <a:p>
            <a:pPr indent="0" algn="l" fontAlgn="auto">
              <a:lnSpc>
                <a:spcPct val="150000"/>
              </a:lnSpc>
              <a:spcBef>
                <a:spcPts val="0"/>
              </a:spcBef>
              <a:spcAft>
                <a:spcPts val="1200"/>
              </a:spcAft>
              <a:buClrTx/>
              <a:buSzTx/>
              <a:buFont typeface="+mj-lt"/>
              <a:buNone/>
            </a:pPr>
            <a:r>
              <a:rPr lang="en-US" altLang="zh-CN" sz="3200" dirty="0">
                <a:solidFill>
                  <a:schemeClr val="accent1"/>
                </a:solidFill>
                <a:latin typeface="思源宋体 CN Light" panose="02020300000000000000" charset="-122"/>
                <a:ea typeface="思源宋体 CN Light" panose="02020300000000000000" charset="-122"/>
                <a:sym typeface="+mn-ea"/>
              </a:rPr>
              <a:t>05</a:t>
            </a:r>
            <a:r>
              <a:rPr lang="zh-CN" sz="3200" dirty="0">
                <a:latin typeface="思源黑体 CN Light" panose="020B0300000000000000" pitchFamily="34" charset="-128"/>
                <a:ea typeface="思源黑体 CN Light" panose="020B0300000000000000" pitchFamily="34" charset="-128"/>
                <a:sym typeface="+mn-ea"/>
              </a:rPr>
              <a:t> </a:t>
            </a:r>
            <a:r>
              <a:rPr lang="zh-CN" altLang="en-US" sz="3200" dirty="0">
                <a:latin typeface="思源黑体 CN Light" panose="020B0300000000000000" pitchFamily="34" charset="-128"/>
                <a:ea typeface="思源黑体 CN Light" panose="020B0300000000000000" pitchFamily="34" charset="-128"/>
                <a:sym typeface="+mn-ea"/>
              </a:rPr>
              <a:t>精选观点</a:t>
            </a:r>
            <a:endParaRPr lang="zh-CN" altLang="en-US" sz="3200" dirty="0">
              <a:latin typeface="思源黑体 CN Light" panose="020B0300000000000000" pitchFamily="34" charset="-128"/>
              <a:ea typeface="思源黑体 CN Light" panose="020B0300000000000000" pitchFamily="34" charset="-128"/>
              <a:sym typeface="+mn-ea"/>
            </a:endParaRPr>
          </a:p>
          <a:p>
            <a:pPr indent="0" algn="l" fontAlgn="auto">
              <a:lnSpc>
                <a:spcPct val="150000"/>
              </a:lnSpc>
              <a:spcBef>
                <a:spcPts val="0"/>
              </a:spcBef>
              <a:spcAft>
                <a:spcPts val="1200"/>
              </a:spcAft>
              <a:buClrTx/>
              <a:buSzTx/>
              <a:buFont typeface="+mj-lt"/>
              <a:buNone/>
            </a:pPr>
            <a:r>
              <a:rPr lang="en-US" altLang="zh-CN" sz="3200" dirty="0">
                <a:latin typeface="思源黑体 CN Light" panose="020B0300000000000000" pitchFamily="34" charset="-128"/>
                <a:ea typeface="思源黑体 CN Light" panose="020B0300000000000000" pitchFamily="34" charset="-128"/>
                <a:sym typeface="+mn-ea"/>
              </a:rPr>
              <a:t>06 </a:t>
            </a:r>
            <a:r>
              <a:rPr lang="zh-CN" altLang="en-US" sz="3200" dirty="0">
                <a:latin typeface="思源黑体 CN Light" panose="020B0300000000000000" pitchFamily="34" charset="-128"/>
                <a:ea typeface="思源黑体 CN Light" panose="020B0300000000000000" pitchFamily="34" charset="-128"/>
                <a:sym typeface="+mn-ea"/>
              </a:rPr>
              <a:t>精选图表</a:t>
            </a:r>
            <a:endParaRPr lang="zh-CN" altLang="en-US" sz="3200" dirty="0">
              <a:latin typeface="思源黑体 CN Light" panose="020B0300000000000000" pitchFamily="34" charset="-128"/>
              <a:ea typeface="思源黑体 CN Light" panose="020B0300000000000000" pitchFamily="34" charset="-128"/>
              <a:sym typeface="+mn-ea"/>
            </a:endParaRPr>
          </a:p>
          <a:p>
            <a:pPr indent="0" algn="l" fontAlgn="auto">
              <a:lnSpc>
                <a:spcPct val="150000"/>
              </a:lnSpc>
              <a:spcBef>
                <a:spcPts val="0"/>
              </a:spcBef>
              <a:spcAft>
                <a:spcPts val="1200"/>
              </a:spcAft>
              <a:buClrTx/>
              <a:buSzTx/>
              <a:buFont typeface="+mj-lt"/>
              <a:buNone/>
            </a:pPr>
            <a:endParaRPr lang="zh-CN" altLang="en-US" sz="3200" dirty="0">
              <a:latin typeface="思源黑体 CN Light" panose="020B0300000000000000" pitchFamily="34" charset="-128"/>
              <a:ea typeface="思源黑体 CN Light" panose="020B0300000000000000" pitchFamily="34" charset="-128"/>
              <a:sym typeface="+mn-ea"/>
            </a:endParaRPr>
          </a:p>
          <a:p>
            <a:pPr indent="0" algn="l" fontAlgn="auto">
              <a:lnSpc>
                <a:spcPct val="150000"/>
              </a:lnSpc>
              <a:spcBef>
                <a:spcPts val="0"/>
              </a:spcBef>
              <a:spcAft>
                <a:spcPts val="1200"/>
              </a:spcAft>
              <a:buClrTx/>
              <a:buSzTx/>
              <a:buFont typeface="+mj-lt"/>
              <a:buNone/>
            </a:pPr>
            <a:r>
              <a:rPr lang="en-US" altLang="zh-CN" sz="3200" dirty="0">
                <a:latin typeface="思源黑体 CN Light" panose="020B0300000000000000" pitchFamily="34" charset="-128"/>
                <a:ea typeface="思源黑体 CN Light" panose="020B0300000000000000" pitchFamily="34" charset="-128"/>
                <a:sym typeface="+mn-ea"/>
              </a:rPr>
              <a:t> </a:t>
            </a:r>
            <a:endParaRPr lang="zh-CN" altLang="en-US" sz="3200" dirty="0">
              <a:latin typeface="思源黑体 CN Light" panose="020B0300000000000000" pitchFamily="34" charset="-128"/>
              <a:ea typeface="思源黑体 CN Light" panose="020B0300000000000000" pitchFamily="34" charset="-128"/>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page-section">
    <p:bg>
      <p:bgPr>
        <a:gradFill>
          <a:gsLst>
            <a:gs pos="0">
              <a:srgbClr val="DDF4FF"/>
            </a:gs>
            <a:gs pos="47000">
              <a:srgbClr val="F8FCFF"/>
            </a:gs>
            <a:gs pos="100000">
              <a:srgbClr val="EAF8FF"/>
            </a:gs>
          </a:gsLst>
          <a:lin ang="10800000"/>
        </a:gradFill>
        <a:effectLst/>
      </p:bgPr>
    </p:bg>
    <p:spTree>
      <p:nvGrpSpPr>
        <p:cNvPr id="1" name=""/>
        <p:cNvGrpSpPr/>
        <p:nvPr/>
      </p:nvGrpSpPr>
      <p:grpSpPr/>
      <p:sp>
        <p:nvSpPr>
          <p:cNvPr id="4" name="plus-tag"/>
          <p:cNvSpPr>
            <a:spLocks noGrp="1"/>
          </p:cNvSpPr>
          <p:nvPr/>
        </p:nvSpPr>
        <p:spPr>
          <a:xfrm>
            <a:off x="876300" y="626560"/>
            <a:ext cx="1466850" cy="457200"/>
          </a:xfrm>
          <a:prstGeom prst="roundRect">
            <a:avLst>
              <a:gd name="adj" fmla="val 50000"/>
            </a:avLst>
          </a:prstGeom>
          <a:gradFill>
            <a:gsLst>
              <a:gs pos="0">
                <a:srgbClr val="0E73C8"/>
              </a:gs>
              <a:gs pos="100000">
                <a:srgbClr val="28CDE8"/>
              </a:gs>
            </a:gsLst>
            <a:lin ang="5400000"/>
          </a:gradFill>
          <a:ln w="9525">
            <a:solidFill>
              <a:srgbClr val="74E9F8"/>
            </a:solidFill>
            <a:prstDash val="solid"/>
          </a:ln>
        </p:spPr>
        <p:style>
          <a:lnRef idx="0">
            <a:srgbClr val="FFFFFF"/>
          </a:lnRef>
          <a:fillRef idx="0">
            <a:srgbClr val="FFFFFF"/>
          </a:fillRef>
          <a:effectRef idx="10">
            <a:srgbClr val="FFFFFF"/>
          </a:effectRef>
          <a:fontRef idx="major"/>
        </p:style>
        <p:txBody>
          <a:bodyPr/>
          <a:lstStyle/>
          <a:p>
            <a:pPr algn="ctr">
              <a:defRPr sz="1875" b="1">
                <a:solidFill>
                  <a:srgbClr val="FFFFFF"/>
                </a:solidFill>
                <a:latin typeface="思源黑体 CN Bold" panose="020B0800000000000000" charset="-122"/>
                <a:ea typeface="思源黑体 CN Bold" panose="020B0800000000000000" charset="-122"/>
                <a:cs typeface="思源黑体 CN Bold" panose="020B0800000000000000" charset="-122"/>
              </a:defRPr>
            </a:pPr>
            <a:r>
              <a:rPr sz="1875" b="1">
                <a:solidFill>
                  <a:srgbClr val="FFFFFF"/>
                </a:solidFill>
                <a:latin typeface="思源黑体 CN Bold" panose="020B0800000000000000" charset="-122"/>
                <a:ea typeface="思源黑体 CN Bold" panose="020B0800000000000000" charset="-122"/>
                <a:cs typeface="思源黑体 CN Bold" panose="020B0800000000000000" charset="-122"/>
              </a:rPr>
              <a:t>PLU</a:t>
            </a:r>
            <a:r>
              <a:rPr lang="en-US" sz="1875" b="1">
                <a:solidFill>
                  <a:srgbClr val="FFFFFF"/>
                </a:solidFill>
                <a:latin typeface="思源黑体 CN Bold" panose="020B0800000000000000" charset="-122"/>
                <a:ea typeface="思源黑体 CN Bold" panose="020B0800000000000000" charset="-122"/>
                <a:cs typeface="思源黑体 CN Bold" panose="020B0800000000000000" charset="-122"/>
              </a:rPr>
              <a:t>S</a:t>
            </a:r>
            <a:r>
              <a:rPr lang="zh-CN" sz="1875" b="1">
                <a:solidFill>
                  <a:srgbClr val="FFFFFF"/>
                </a:solidFill>
                <a:latin typeface="思源黑体 CN Bold" panose="020B0800000000000000" charset="-122"/>
                <a:ea typeface="思源黑体 CN Bold" panose="020B0800000000000000" charset="-122"/>
                <a:cs typeface="思源黑体 CN Bold" panose="020B0800000000000000" charset="-122"/>
              </a:rPr>
              <a:t>精选</a:t>
            </a:r>
            <a:endParaRPr sz="1875" b="1">
              <a:solidFill>
                <a:srgbClr val="FFFFFF"/>
              </a:solidFill>
              <a:latin typeface="思源黑体 CN Bold" panose="020B0800000000000000" charset="-122"/>
              <a:ea typeface="思源黑体 CN Bold" panose="020B0800000000000000" charset="-122"/>
              <a:cs typeface="思源黑体 CN Bold" panose="020B0800000000000000" charset="-122"/>
            </a:endParaRPr>
          </a:p>
        </p:txBody>
      </p:sp>
      <p:sp>
        <p:nvSpPr>
          <p:cNvPr id="5" name="running-title"/>
          <p:cNvSpPr>
            <a:spLocks noGrp="1"/>
          </p:cNvSpPr>
          <p:nvPr/>
        </p:nvSpPr>
        <p:spPr>
          <a:xfrm>
            <a:off x="2475865" y="626560"/>
            <a:ext cx="6477000" cy="457200"/>
          </a:xfrm>
          <a:prstGeom prst="rect">
            <a:avLst/>
          </a:prstGeom>
          <a:noFill/>
          <a:ln w="0">
            <a:noFill/>
            <a:prstDash val="solid"/>
          </a:ln>
        </p:spPr>
        <p:txBody>
          <a:bodyPr/>
          <a:lstStyle/>
          <a:p>
            <a:pPr algn="l">
              <a:defRPr sz="2025" b="1">
                <a:solidFill>
                  <a:srgbClr val="073B5E"/>
                </a:solidFill>
                <a:latin typeface="思源黑体 CN Bold" panose="020B0800000000000000" charset="-122"/>
                <a:ea typeface="思源黑体 CN Bold" panose="020B0800000000000000" charset="-122"/>
                <a:cs typeface="思源黑体 CN Bold" panose="020B0800000000000000" charset="-122"/>
              </a:defRPr>
            </a:pPr>
            <a:r>
              <a:rPr sz="2025" b="0">
                <a:solidFill>
                  <a:srgbClr val="073B5E"/>
                </a:solidFill>
                <a:latin typeface="思源黑体 CN Normal" panose="020B0400000000000000" charset="-122"/>
                <a:ea typeface="思源黑体 CN Normal" panose="020B0400000000000000" charset="-122"/>
                <a:cs typeface="思源黑体 CN Bold" panose="020B0800000000000000" charset="-122"/>
              </a:rPr>
              <a:t>日内重要消息解读</a:t>
            </a:r>
            <a:endParaRPr sz="2025" b="0">
              <a:solidFill>
                <a:srgbClr val="073B5E"/>
              </a:solidFill>
              <a:latin typeface="思源黑体 CN Normal" panose="020B0400000000000000" charset="-122"/>
              <a:ea typeface="思源黑体 CN Normal" panose="020B0400000000000000" charset="-122"/>
              <a:cs typeface="思源黑体 CN Bold" panose="020B0800000000000000" charset="-122"/>
            </a:endParaRPr>
          </a:p>
        </p:txBody>
      </p:sp>
      <p:sp>
        <p:nvSpPr>
          <p:cNvPr id="7" name="header-rule"/>
          <p:cNvSpPr>
            <a:spLocks noGrp="1"/>
          </p:cNvSpPr>
          <p:nvPr/>
        </p:nvSpPr>
        <p:spPr>
          <a:xfrm>
            <a:off x="895350" y="1257300"/>
            <a:ext cx="11906250" cy="0"/>
          </a:xfrm>
          <a:prstGeom prst="line">
            <a:avLst/>
          </a:prstGeom>
          <a:noFill/>
          <a:ln w="11430">
            <a:solidFill>
              <a:srgbClr val="BDE7F7"/>
            </a:solidFill>
            <a:prstDash val="solid"/>
          </a:ln>
        </p:spPr>
      </p:sp>
      <p:grpSp>
        <p:nvGrpSpPr>
          <p:cNvPr id="6" name="section-header"/>
          <p:cNvGrpSpPr/>
          <p:nvPr/>
        </p:nvGrpSpPr>
        <p:grpSpPr>
          <a:xfrm>
            <a:off x="914400" y="1491615"/>
            <a:ext cx="10384790" cy="869950"/>
            <a:chOff x="1440" y="2445"/>
            <a:chExt cx="16354" cy="1370"/>
          </a:xfrm>
        </p:grpSpPr>
        <p:sp>
          <p:nvSpPr>
            <p:cNvPr id="8" name="section-no"/>
            <p:cNvSpPr>
              <a:spLocks noGrp="1"/>
            </p:cNvSpPr>
            <p:nvPr/>
          </p:nvSpPr>
          <p:spPr>
            <a:xfrm>
              <a:off x="1440" y="2597"/>
              <a:ext cx="1440" cy="1067"/>
            </a:xfrm>
            <a:prstGeom prst="rect">
              <a:avLst/>
            </a:prstGeom>
            <a:noFill/>
            <a:ln w="0">
              <a:noFill/>
              <a:prstDash val="solid"/>
            </a:ln>
          </p:spPr>
          <p:txBody>
            <a:bodyPr/>
            <a:lstStyle/>
            <a:p>
              <a:pPr algn="l">
                <a:defRPr sz="3600" b="1">
                  <a:solidFill>
                    <a:srgbClr val="1689C3"/>
                  </a:solidFill>
                  <a:latin typeface="思源黑体 CN Bold" panose="020B0800000000000000" charset="-122"/>
                  <a:ea typeface="思源黑体 CN Bold" panose="020B0800000000000000" charset="-122"/>
                  <a:cs typeface="思源黑体 CN Bold" panose="020B0800000000000000" charset="-122"/>
                </a:defRPr>
              </a:pPr>
              <a:r>
                <a:rPr sz="4400">
                  <a:solidFill>
                    <a:schemeClr val="accent1"/>
                  </a:solidFill>
                  <a:latin typeface="思源宋体 CN Heavy" panose="02020900000000000000" charset="-122"/>
                  <a:ea typeface="思源宋体 CN Heavy" panose="02020900000000000000" charset="-122"/>
                  <a:cs typeface="思源黑体 CN Bold" panose="020B0800000000000000" charset="-122"/>
                </a:rPr>
                <a:t>01</a:t>
              </a:r>
              <a:endParaRPr sz="4400">
                <a:solidFill>
                  <a:schemeClr val="accent1"/>
                </a:solidFill>
                <a:latin typeface="思源宋体 CN Heavy" panose="02020900000000000000" charset="-122"/>
                <a:ea typeface="思源宋体 CN Heavy" panose="02020900000000000000" charset="-122"/>
                <a:cs typeface="思源黑体 CN Bold" panose="020B0800000000000000" charset="-122"/>
              </a:endParaRPr>
            </a:p>
          </p:txBody>
        </p:sp>
        <p:sp>
          <p:nvSpPr>
            <p:cNvPr id="9" name="矩形 8"/>
            <p:cNvSpPr>
              <a:spLocks noGrp="1"/>
            </p:cNvSpPr>
            <p:nvPr/>
          </p:nvSpPr>
          <p:spPr>
            <a:xfrm>
              <a:off x="3152" y="2868"/>
              <a:ext cx="120" cy="750"/>
            </a:xfrm>
            <a:prstGeom prst="rect">
              <a:avLst/>
            </a:prstGeom>
            <a:solidFill>
              <a:srgbClr val="1FC7E6"/>
            </a:solidFill>
            <a:ln w="0">
              <a:noFill/>
              <a:prstDash val="solid"/>
            </a:ln>
          </p:spPr>
        </p:sp>
        <p:sp>
          <p:nvSpPr>
            <p:cNvPr id="10" name="section-title"/>
            <p:cNvSpPr>
              <a:spLocks noGrp="1"/>
            </p:cNvSpPr>
            <p:nvPr/>
          </p:nvSpPr>
          <p:spPr>
            <a:xfrm>
              <a:off x="3544" y="2445"/>
              <a:ext cx="14250" cy="1370"/>
            </a:xfrm>
            <a:prstGeom prst="rect">
              <a:avLst/>
            </a:prstGeom>
            <a:noFill/>
            <a:ln w="0">
              <a:noFill/>
              <a:prstDash val="solid"/>
            </a:ln>
          </p:spPr>
          <p:txBody>
            <a:bodyPr/>
            <a:lstStyle/>
            <a:p>
              <a:pPr algn="l">
                <a:defRPr sz="4800" b="1">
                  <a:solidFill>
                    <a:srgbClr val="082E49"/>
                  </a:solidFill>
                  <a:latin typeface="思源黑体 CN Bold" panose="020B0800000000000000" charset="-122"/>
                  <a:ea typeface="思源黑体 CN Bold" panose="020B0800000000000000" charset="-122"/>
                  <a:cs typeface="思源黑体 CN Bold" panose="020B0800000000000000" charset="-122"/>
                </a:defRPr>
              </a:pPr>
              <a:r>
                <a:rPr lang="zh-CN" altLang="en-US" sz="5400">
                  <a:sym typeface="+mn-ea"/>
                </a:rPr>
                <a:t>宏观消息</a:t>
              </a:r>
              <a:endParaRPr sz="5400" b="1">
                <a:solidFill>
                  <a:srgbClr val="082E49"/>
                </a:solidFill>
                <a:latin typeface="思源宋体 CN Heavy" panose="02020900000000000000" charset="-122"/>
                <a:ea typeface="思源宋体 CN Heavy" panose="02020900000000000000" charset="-122"/>
                <a:cs typeface="思源黑体 CN Bold" panose="020B0800000000000000" charset="-122"/>
              </a:endParaRPr>
            </a:p>
          </p:txBody>
        </p:sp>
      </p:grpSp>
      <p:sp>
        <p:nvSpPr>
          <p:cNvPr id="32" name="footer-disclaimer"/>
          <p:cNvSpPr>
            <a:spLocks noGrp="1"/>
          </p:cNvSpPr>
          <p:nvPr/>
        </p:nvSpPr>
        <p:spPr>
          <a:xfrm>
            <a:off x="914400" y="23232110"/>
            <a:ext cx="8953500" cy="285750"/>
          </a:xfrm>
          <a:prstGeom prst="rect">
            <a:avLst/>
          </a:prstGeom>
          <a:noFill/>
          <a:ln w="0">
            <a:noFill/>
            <a:prstDash val="solid"/>
          </a:ln>
        </p:spPr>
        <p:txBody>
          <a:bodyPr/>
          <a:lstStyle/>
          <a:p>
            <a:pPr algn="l">
              <a:defRPr sz="1000" b="0">
                <a:solidFill>
                  <a:srgbClr val="78A6BD"/>
                </a:solidFill>
                <a:latin typeface="思源黑体 CN Normal" panose="020B0400000000000000" charset="-122"/>
                <a:ea typeface="思源黑体 CN Normal" panose="020B0400000000000000" charset="-122"/>
                <a:cs typeface="思源黑体 CN Normal" panose="020B0400000000000000" charset="-122"/>
              </a:defRPr>
            </a:pPr>
            <a:r>
              <a:rPr sz="1000" b="0">
                <a:solidFill>
                  <a:srgbClr val="78A6BD"/>
                </a:solidFill>
                <a:latin typeface="思源黑体 CN Normal" panose="020B0400000000000000" charset="-122"/>
                <a:ea typeface="思源黑体 CN Normal" panose="020B0400000000000000" charset="-122"/>
                <a:cs typeface="思源黑体 CN Normal" panose="020B0400000000000000" charset="-122"/>
              </a:rPr>
              <a:t>本报告为金十数据PLUS会员专享报告，报告内容均引自第三方，不涉及金十数据提供的投资建议。投资有风险，入市需谨慎。</a:t>
            </a:r>
            <a:endParaRPr sz="1000" b="0">
              <a:solidFill>
                <a:srgbClr val="78A6BD"/>
              </a:solidFill>
              <a:latin typeface="思源黑体 CN Normal" panose="020B0400000000000000" charset="-122"/>
              <a:ea typeface="思源黑体 CN Normal" panose="020B0400000000000000" charset="-122"/>
              <a:cs typeface="思源黑体 CN Normal" panose="020B0400000000000000" charset="-122"/>
            </a:endParaRPr>
          </a:p>
        </p:txBody>
      </p:sp>
      <p:sp>
        <p:nvSpPr>
          <p:cNvPr id="33" name="footer-url"/>
          <p:cNvSpPr>
            <a:spLocks noGrp="1"/>
          </p:cNvSpPr>
          <p:nvPr/>
        </p:nvSpPr>
        <p:spPr>
          <a:xfrm>
            <a:off x="914400" y="23383875"/>
            <a:ext cx="2000250" cy="285750"/>
          </a:xfrm>
          <a:prstGeom prst="rect">
            <a:avLst/>
          </a:prstGeom>
          <a:noFill/>
          <a:ln w="0">
            <a:noFill/>
            <a:prstDash val="solid"/>
          </a:ln>
        </p:spPr>
        <p:txBody>
          <a:bodyPr/>
          <a:lstStyle/>
          <a:p>
            <a:pPr algn="l">
              <a:defRPr sz="1000" b="1">
                <a:solidFill>
                  <a:srgbClr val="78A6BD"/>
                </a:solidFill>
                <a:latin typeface="思源黑体 CN Bold" panose="020B0800000000000000" charset="-122"/>
                <a:ea typeface="思源黑体 CN Bold" panose="020B0800000000000000" charset="-122"/>
                <a:cs typeface="思源黑体 CN Bold" panose="020B0800000000000000" charset="-122"/>
              </a:defRPr>
            </a:pPr>
            <a:r>
              <a:rPr sz="1000" b="1">
                <a:solidFill>
                  <a:srgbClr val="78A6BD"/>
                </a:solidFill>
                <a:latin typeface="思源黑体 CN Bold" panose="020B0800000000000000" charset="-122"/>
                <a:ea typeface="思源黑体 CN Bold" panose="020B0800000000000000" charset="-122"/>
                <a:cs typeface="思源黑体 CN Bold" panose="020B0800000000000000" charset="-122"/>
              </a:rPr>
              <a:t>www.jin10.com</a:t>
            </a:r>
            <a:endParaRPr sz="1000" b="1">
              <a:solidFill>
                <a:srgbClr val="78A6BD"/>
              </a:solidFill>
              <a:latin typeface="思源黑体 CN Bold" panose="020B0800000000000000" charset="-122"/>
              <a:ea typeface="思源黑体 CN Bold" panose="020B0800000000000000" charset="-122"/>
              <a:cs typeface="思源黑体 CN Bold" panose="020B0800000000000000" charset="-122"/>
            </a:endParaRPr>
          </a:p>
        </p:txBody>
      </p:sp>
      <p:sp>
        <p:nvSpPr>
          <p:cNvPr id="34" name="footer-brand"/>
          <p:cNvSpPr>
            <a:spLocks noGrp="1"/>
          </p:cNvSpPr>
          <p:nvPr/>
        </p:nvSpPr>
        <p:spPr>
          <a:xfrm>
            <a:off x="11049000" y="23383875"/>
            <a:ext cx="1762125" cy="285750"/>
          </a:xfrm>
          <a:prstGeom prst="rect">
            <a:avLst/>
          </a:prstGeom>
          <a:noFill/>
          <a:ln w="0">
            <a:noFill/>
            <a:prstDash val="solid"/>
          </a:ln>
        </p:spPr>
        <p:txBody>
          <a:bodyPr/>
          <a:lstStyle/>
          <a:p>
            <a:pPr algn="r">
              <a:defRPr sz="1000" b="1">
                <a:solidFill>
                  <a:srgbClr val="78A6BD"/>
                </a:solidFill>
                <a:latin typeface="思源黑体 CN Bold" panose="020B0800000000000000" charset="-122"/>
                <a:ea typeface="思源黑体 CN Bold" panose="020B0800000000000000" charset="-122"/>
                <a:cs typeface="思源黑体 CN Bold" panose="020B0800000000000000" charset="-122"/>
              </a:defRPr>
            </a:pPr>
            <a:r>
              <a:rPr sz="1000" b="1">
                <a:solidFill>
                  <a:srgbClr val="78A6BD"/>
                </a:solidFill>
                <a:latin typeface="思源黑体 CN Bold" panose="020B0800000000000000" charset="-122"/>
                <a:ea typeface="思源黑体 CN Bold" panose="020B0800000000000000" charset="-122"/>
                <a:cs typeface="思源黑体 CN Bold" panose="020B0800000000000000" charset="-122"/>
              </a:rPr>
              <a:t>JIN10 PLUS</a:t>
            </a:r>
            <a:endParaRPr sz="1000" b="1">
              <a:solidFill>
                <a:srgbClr val="78A6BD"/>
              </a:solidFill>
              <a:latin typeface="思源黑体 CN Bold" panose="020B0800000000000000" charset="-122"/>
              <a:ea typeface="思源黑体 CN Bold" panose="020B0800000000000000" charset="-122"/>
              <a:cs typeface="思源黑体 CN Bold" panose="020B0800000000000000" charset="-122"/>
            </a:endParaRPr>
          </a:p>
        </p:txBody>
      </p:sp>
      <p:sp>
        <p:nvSpPr>
          <p:cNvPr id="44" name="brand-research"/>
          <p:cNvSpPr txBox="1">
            <a:spLocks noGrp="1" noRot="1" noMove="1" noResize="1" noEditPoints="1" noAdjustHandles="1" noChangeArrowheads="1" noChangeShapeType="1"/>
          </p:cNvSpPr>
          <p:nvPr/>
        </p:nvSpPr>
        <p:spPr>
          <a:xfrm>
            <a:off x="10144125" y="640212"/>
            <a:ext cx="2667000" cy="429895"/>
          </a:xfrm>
          <a:prstGeom prst="rect">
            <a:avLst/>
          </a:prstGeom>
          <a:noFill/>
        </p:spPr>
        <p:txBody>
          <a:bodyPr wrap="none" rtlCol="0">
            <a:spAutoFit/>
          </a:bodyPr>
          <a:p>
            <a:r>
              <a:rPr kumimoji="1" lang="zh-CN" altLang="en-US" sz="2200" dirty="0">
                <a:solidFill>
                  <a:schemeClr val="accent1"/>
                </a:solidFill>
                <a:latin typeface="锐字云字库综艺GB" panose="02010604000000000000" pitchFamily="2" charset="-122"/>
                <a:ea typeface="锐字云字库综艺GB" panose="02010604000000000000" pitchFamily="2" charset="-122"/>
              </a:rPr>
              <a:t>金十数据 </a:t>
            </a:r>
            <a:r>
              <a:rPr kumimoji="1" lang="en-US" altLang="zh-CN" sz="2200" dirty="0">
                <a:solidFill>
                  <a:schemeClr val="accent1"/>
                </a:solidFill>
                <a:latin typeface="锐字云字库综艺GB" panose="02010604000000000000" pitchFamily="2" charset="-122"/>
                <a:ea typeface="锐字云字库综艺GB" panose="02010604000000000000" pitchFamily="2" charset="-122"/>
              </a:rPr>
              <a:t>Research</a:t>
            </a:r>
            <a:endParaRPr kumimoji="1" lang="en-US" altLang="zh-CN" sz="2200" dirty="0">
              <a:solidFill>
                <a:schemeClr val="accent1"/>
              </a:solidFill>
              <a:latin typeface="锐字云字库综艺GB" panose="02010604000000000000" pitchFamily="2" charset="-122"/>
              <a:ea typeface="锐字云字库综艺GB" panose="02010604000000000000" pitchFamily="2" charset="-122"/>
            </a:endParaRPr>
          </a:p>
        </p:txBody>
      </p:sp>
      <p:sp>
        <p:nvSpPr>
          <p:cNvPr id="2" name="body"/>
          <p:cNvSpPr txBox="1"/>
          <p:nvPr/>
        </p:nvSpPr>
        <p:spPr>
          <a:xfrm>
            <a:off x="895350" y="2569210"/>
            <a:ext cx="11934825" cy="20513040"/>
          </a:xfrm>
          <a:prstGeom prst="rect">
            <a:avLst/>
          </a:prstGeom>
          <a:noFill/>
        </p:spPr>
        <p:txBody>
          <a:bodyPr wrap="square" rtlCol="0">
            <a:noAutofit/>
          </a:bodyPr>
          <a:p>
            <a:pPr algn="just" fontAlgn="auto">
              <a:lnSpc>
                <a:spcPct val="170000"/>
              </a:lnSpc>
              <a:spcBef>
                <a:spcPts val="0"/>
              </a:spcBef>
              <a:spcAft>
                <a:spcPts val="1200"/>
              </a:spcAft>
              <a:buClrTx/>
              <a:buSzTx/>
              <a:buFont typeface="Wingdings" panose="05000000000000000000" charset="0"/>
              <a:buNone/>
            </a:pPr>
            <a:r>
              <a:rPr lang="zh-CN" altLang="en-US" sz="3600" dirty="0">
                <a:solidFill>
                  <a:schemeClr val="tx2"/>
                </a:solidFill>
                <a:latin typeface="思源黑体 CN Bold" panose="020B0800000000000000" charset="-122"/>
                <a:ea typeface="思源黑体 CN Bold" panose="020B0800000000000000" charset="-122"/>
                <a:cs typeface="思源黑体 CN Bold" panose="020B0800000000000000" charset="-122"/>
                <a:sym typeface="+mn-ea"/>
              </a:rPr>
              <a:t>条目标题（标题样式）</a:t>
            </a:r>
            <a:endParaRPr lang="zh-CN" altLang="en-US" sz="3600" dirty="0">
              <a:solidFill>
                <a:schemeClr val="tx2"/>
              </a:solidFill>
              <a:latin typeface="思源黑体 CN Bold" panose="020B0800000000000000" charset="-122"/>
              <a:ea typeface="思源黑体 CN Bold" panose="020B0800000000000000" charset="-122"/>
              <a:cs typeface="思源黑体 CN Bold" panose="020B0800000000000000" charset="-122"/>
              <a:sym typeface="+mn-ea"/>
            </a:endParaRPr>
          </a:p>
          <a:p>
            <a:pPr algn="just" fontAlgn="auto">
              <a:lnSpc>
                <a:spcPct val="170000"/>
              </a:lnSpc>
              <a:spcBef>
                <a:spcPts val="0"/>
              </a:spcBef>
              <a:spcAft>
                <a:spcPts val="1200"/>
              </a:spcAft>
              <a:buClrTx/>
              <a:buSzTx/>
              <a:buFont typeface="Wingdings" panose="05000000000000000000" charset="0"/>
              <a:buNone/>
            </a:pPr>
            <a:r>
              <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【新闻】正文段落（正文样式）</a:t>
            </a:r>
            <a:endPar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page-continue">
    <p:bg>
      <p:bgPr>
        <a:gradFill>
          <a:gsLst>
            <a:gs pos="0">
              <a:srgbClr val="DDF4FF"/>
            </a:gs>
            <a:gs pos="47000">
              <a:srgbClr val="F8FCFF"/>
            </a:gs>
            <a:gs pos="100000">
              <a:srgbClr val="EAF8FF"/>
            </a:gs>
          </a:gsLst>
          <a:lin ang="10800000"/>
        </a:gradFill>
        <a:effectLst/>
      </p:bgPr>
    </p:bg>
    <p:spTree>
      <p:nvGrpSpPr>
        <p:cNvPr id="1" name=""/>
        <p:cNvGrpSpPr/>
        <p:nvPr/>
      </p:nvGrpSpPr>
      <p:grpSpPr/>
      <p:sp>
        <p:nvSpPr>
          <p:cNvPr id="4" name="plus-tag"/>
          <p:cNvSpPr>
            <a:spLocks noGrp="1"/>
          </p:cNvSpPr>
          <p:nvPr/>
        </p:nvSpPr>
        <p:spPr>
          <a:xfrm>
            <a:off x="876300" y="626560"/>
            <a:ext cx="1466850" cy="457200"/>
          </a:xfrm>
          <a:prstGeom prst="roundRect">
            <a:avLst>
              <a:gd name="adj" fmla="val 50000"/>
            </a:avLst>
          </a:prstGeom>
          <a:gradFill>
            <a:gsLst>
              <a:gs pos="0">
                <a:srgbClr val="0E73C8"/>
              </a:gs>
              <a:gs pos="100000">
                <a:srgbClr val="28CDE8"/>
              </a:gs>
            </a:gsLst>
            <a:lin ang="5400000"/>
          </a:gradFill>
          <a:ln w="9525">
            <a:solidFill>
              <a:srgbClr val="74E9F8"/>
            </a:solidFill>
            <a:prstDash val="solid"/>
          </a:ln>
        </p:spPr>
        <p:style>
          <a:lnRef idx="0">
            <a:srgbClr val="FFFFFF"/>
          </a:lnRef>
          <a:fillRef idx="0">
            <a:srgbClr val="FFFFFF"/>
          </a:fillRef>
          <a:effectRef idx="10">
            <a:srgbClr val="FFFFFF"/>
          </a:effectRef>
          <a:fontRef idx="major"/>
        </p:style>
        <p:txBody>
          <a:bodyPr/>
          <a:lstStyle/>
          <a:p>
            <a:pPr algn="ctr">
              <a:defRPr sz="1875" b="1">
                <a:solidFill>
                  <a:srgbClr val="FFFFFF"/>
                </a:solidFill>
                <a:latin typeface="思源黑体 CN Bold" panose="020B0800000000000000" charset="-122"/>
                <a:ea typeface="思源黑体 CN Bold" panose="020B0800000000000000" charset="-122"/>
                <a:cs typeface="思源黑体 CN Bold" panose="020B0800000000000000" charset="-122"/>
              </a:defRPr>
            </a:pPr>
            <a:r>
              <a:rPr sz="1875" b="1">
                <a:solidFill>
                  <a:srgbClr val="FFFFFF"/>
                </a:solidFill>
                <a:latin typeface="思源黑体 CN Bold" panose="020B0800000000000000" charset="-122"/>
                <a:ea typeface="思源黑体 CN Bold" panose="020B0800000000000000" charset="-122"/>
                <a:cs typeface="思源黑体 CN Bold" panose="020B0800000000000000" charset="-122"/>
              </a:rPr>
              <a:t>PLU</a:t>
            </a:r>
            <a:r>
              <a:rPr lang="en-US" sz="1875" b="1">
                <a:solidFill>
                  <a:srgbClr val="FFFFFF"/>
                </a:solidFill>
                <a:latin typeface="思源黑体 CN Bold" panose="020B0800000000000000" charset="-122"/>
                <a:ea typeface="思源黑体 CN Bold" panose="020B0800000000000000" charset="-122"/>
                <a:cs typeface="思源黑体 CN Bold" panose="020B0800000000000000" charset="-122"/>
              </a:rPr>
              <a:t>S</a:t>
            </a:r>
            <a:r>
              <a:rPr lang="zh-CN" sz="1875" b="1">
                <a:solidFill>
                  <a:srgbClr val="FFFFFF"/>
                </a:solidFill>
                <a:latin typeface="思源黑体 CN Bold" panose="020B0800000000000000" charset="-122"/>
                <a:ea typeface="思源黑体 CN Bold" panose="020B0800000000000000" charset="-122"/>
                <a:cs typeface="思源黑体 CN Bold" panose="020B0800000000000000" charset="-122"/>
              </a:rPr>
              <a:t>精选</a:t>
            </a:r>
            <a:endParaRPr sz="1875" b="1">
              <a:solidFill>
                <a:srgbClr val="FFFFFF"/>
              </a:solidFill>
              <a:latin typeface="思源黑体 CN Bold" panose="020B0800000000000000" charset="-122"/>
              <a:ea typeface="思源黑体 CN Bold" panose="020B0800000000000000" charset="-122"/>
              <a:cs typeface="思源黑体 CN Bold" panose="020B0800000000000000" charset="-122"/>
            </a:endParaRPr>
          </a:p>
        </p:txBody>
      </p:sp>
      <p:sp>
        <p:nvSpPr>
          <p:cNvPr id="5" name="running-title"/>
          <p:cNvSpPr>
            <a:spLocks noGrp="1"/>
          </p:cNvSpPr>
          <p:nvPr/>
        </p:nvSpPr>
        <p:spPr>
          <a:xfrm>
            <a:off x="2475865" y="626560"/>
            <a:ext cx="6477000" cy="457200"/>
          </a:xfrm>
          <a:prstGeom prst="rect">
            <a:avLst/>
          </a:prstGeom>
          <a:noFill/>
          <a:ln w="0">
            <a:noFill/>
            <a:prstDash val="solid"/>
          </a:ln>
        </p:spPr>
        <p:txBody>
          <a:bodyPr/>
          <a:lstStyle/>
          <a:p>
            <a:pPr algn="l">
              <a:defRPr sz="2025" b="1">
                <a:solidFill>
                  <a:srgbClr val="073B5E"/>
                </a:solidFill>
                <a:latin typeface="思源黑体 CN Bold" panose="020B0800000000000000" charset="-122"/>
                <a:ea typeface="思源黑体 CN Bold" panose="020B0800000000000000" charset="-122"/>
                <a:cs typeface="思源黑体 CN Bold" panose="020B0800000000000000" charset="-122"/>
              </a:defRPr>
            </a:pPr>
            <a:r>
              <a:rPr sz="2025" b="0">
                <a:solidFill>
                  <a:srgbClr val="073B5E"/>
                </a:solidFill>
                <a:latin typeface="思源黑体 CN Normal" panose="020B0400000000000000" charset="-122"/>
                <a:ea typeface="思源黑体 CN Normal" panose="020B0400000000000000" charset="-122"/>
                <a:cs typeface="思源黑体 CN Bold" panose="020B0800000000000000" charset="-122"/>
              </a:rPr>
              <a:t>日内重要消息解读</a:t>
            </a:r>
            <a:endParaRPr sz="2025" b="0">
              <a:solidFill>
                <a:srgbClr val="073B5E"/>
              </a:solidFill>
              <a:latin typeface="思源黑体 CN Normal" panose="020B0400000000000000" charset="-122"/>
              <a:ea typeface="思源黑体 CN Normal" panose="020B0400000000000000" charset="-122"/>
              <a:cs typeface="思源黑体 CN Bold" panose="020B0800000000000000" charset="-122"/>
            </a:endParaRPr>
          </a:p>
        </p:txBody>
      </p:sp>
      <p:sp>
        <p:nvSpPr>
          <p:cNvPr id="7" name="header-rule"/>
          <p:cNvSpPr>
            <a:spLocks noGrp="1"/>
          </p:cNvSpPr>
          <p:nvPr/>
        </p:nvSpPr>
        <p:spPr>
          <a:xfrm>
            <a:off x="895350" y="1257300"/>
            <a:ext cx="11906250" cy="0"/>
          </a:xfrm>
          <a:prstGeom prst="line">
            <a:avLst/>
          </a:prstGeom>
          <a:noFill/>
          <a:ln w="11430">
            <a:solidFill>
              <a:srgbClr val="BDE7F7"/>
            </a:solidFill>
            <a:prstDash val="solid"/>
          </a:ln>
        </p:spPr>
      </p:sp>
      <p:sp>
        <p:nvSpPr>
          <p:cNvPr id="32" name="footer-disclaimer"/>
          <p:cNvSpPr>
            <a:spLocks noGrp="1"/>
          </p:cNvSpPr>
          <p:nvPr/>
        </p:nvSpPr>
        <p:spPr>
          <a:xfrm>
            <a:off x="914400" y="23232110"/>
            <a:ext cx="8953500" cy="285750"/>
          </a:xfrm>
          <a:prstGeom prst="rect">
            <a:avLst/>
          </a:prstGeom>
          <a:noFill/>
          <a:ln w="0">
            <a:noFill/>
            <a:prstDash val="solid"/>
          </a:ln>
        </p:spPr>
        <p:txBody>
          <a:bodyPr/>
          <a:lstStyle/>
          <a:p>
            <a:pPr algn="l">
              <a:defRPr sz="1000" b="0">
                <a:solidFill>
                  <a:srgbClr val="78A6BD"/>
                </a:solidFill>
                <a:latin typeface="思源黑体 CN Normal" panose="020B0400000000000000" charset="-122"/>
                <a:ea typeface="思源黑体 CN Normal" panose="020B0400000000000000" charset="-122"/>
                <a:cs typeface="思源黑体 CN Normal" panose="020B0400000000000000" charset="-122"/>
              </a:defRPr>
            </a:pPr>
            <a:r>
              <a:rPr sz="1000" b="0">
                <a:solidFill>
                  <a:srgbClr val="78A6BD"/>
                </a:solidFill>
                <a:latin typeface="思源黑体 CN Normal" panose="020B0400000000000000" charset="-122"/>
                <a:ea typeface="思源黑体 CN Normal" panose="020B0400000000000000" charset="-122"/>
                <a:cs typeface="思源黑体 CN Normal" panose="020B0400000000000000" charset="-122"/>
              </a:rPr>
              <a:t>本报告为金十数据PLUS会员专享报告，报告内容均引自第三方，不涉及金十数据提供的投资建议。投资有风险，入市需谨慎。</a:t>
            </a:r>
            <a:endParaRPr sz="1000" b="0">
              <a:solidFill>
                <a:srgbClr val="78A6BD"/>
              </a:solidFill>
              <a:latin typeface="思源黑体 CN Normal" panose="020B0400000000000000" charset="-122"/>
              <a:ea typeface="思源黑体 CN Normal" panose="020B0400000000000000" charset="-122"/>
              <a:cs typeface="思源黑体 CN Normal" panose="020B0400000000000000" charset="-122"/>
            </a:endParaRPr>
          </a:p>
        </p:txBody>
      </p:sp>
      <p:sp>
        <p:nvSpPr>
          <p:cNvPr id="33" name="footer-url"/>
          <p:cNvSpPr>
            <a:spLocks noGrp="1"/>
          </p:cNvSpPr>
          <p:nvPr/>
        </p:nvSpPr>
        <p:spPr>
          <a:xfrm>
            <a:off x="914400" y="23383875"/>
            <a:ext cx="2000250" cy="285750"/>
          </a:xfrm>
          <a:prstGeom prst="rect">
            <a:avLst/>
          </a:prstGeom>
          <a:noFill/>
          <a:ln w="0">
            <a:noFill/>
            <a:prstDash val="solid"/>
          </a:ln>
        </p:spPr>
        <p:txBody>
          <a:bodyPr/>
          <a:lstStyle/>
          <a:p>
            <a:pPr algn="l">
              <a:defRPr sz="1000" b="1">
                <a:solidFill>
                  <a:srgbClr val="78A6BD"/>
                </a:solidFill>
                <a:latin typeface="思源黑体 CN Bold" panose="020B0800000000000000" charset="-122"/>
                <a:ea typeface="思源黑体 CN Bold" panose="020B0800000000000000" charset="-122"/>
                <a:cs typeface="思源黑体 CN Bold" panose="020B0800000000000000" charset="-122"/>
              </a:defRPr>
            </a:pPr>
            <a:r>
              <a:rPr sz="1000" b="1">
                <a:solidFill>
                  <a:srgbClr val="78A6BD"/>
                </a:solidFill>
                <a:latin typeface="思源黑体 CN Bold" panose="020B0800000000000000" charset="-122"/>
                <a:ea typeface="思源黑体 CN Bold" panose="020B0800000000000000" charset="-122"/>
                <a:cs typeface="思源黑体 CN Bold" panose="020B0800000000000000" charset="-122"/>
              </a:rPr>
              <a:t>www.jin10.com</a:t>
            </a:r>
            <a:endParaRPr sz="1000" b="1">
              <a:solidFill>
                <a:srgbClr val="78A6BD"/>
              </a:solidFill>
              <a:latin typeface="思源黑体 CN Bold" panose="020B0800000000000000" charset="-122"/>
              <a:ea typeface="思源黑体 CN Bold" panose="020B0800000000000000" charset="-122"/>
              <a:cs typeface="思源黑体 CN Bold" panose="020B0800000000000000" charset="-122"/>
            </a:endParaRPr>
          </a:p>
        </p:txBody>
      </p:sp>
      <p:sp>
        <p:nvSpPr>
          <p:cNvPr id="34" name="footer-brand"/>
          <p:cNvSpPr>
            <a:spLocks noGrp="1"/>
          </p:cNvSpPr>
          <p:nvPr/>
        </p:nvSpPr>
        <p:spPr>
          <a:xfrm>
            <a:off x="11049000" y="23383875"/>
            <a:ext cx="1762125" cy="285750"/>
          </a:xfrm>
          <a:prstGeom prst="rect">
            <a:avLst/>
          </a:prstGeom>
          <a:noFill/>
          <a:ln w="0">
            <a:noFill/>
            <a:prstDash val="solid"/>
          </a:ln>
        </p:spPr>
        <p:txBody>
          <a:bodyPr/>
          <a:lstStyle/>
          <a:p>
            <a:pPr algn="r">
              <a:defRPr sz="1000" b="1">
                <a:solidFill>
                  <a:srgbClr val="78A6BD"/>
                </a:solidFill>
                <a:latin typeface="思源黑体 CN Bold" panose="020B0800000000000000" charset="-122"/>
                <a:ea typeface="思源黑体 CN Bold" panose="020B0800000000000000" charset="-122"/>
                <a:cs typeface="思源黑体 CN Bold" panose="020B0800000000000000" charset="-122"/>
              </a:defRPr>
            </a:pPr>
            <a:r>
              <a:rPr sz="1000" b="1">
                <a:solidFill>
                  <a:srgbClr val="78A6BD"/>
                </a:solidFill>
                <a:latin typeface="思源黑体 CN Bold" panose="020B0800000000000000" charset="-122"/>
                <a:ea typeface="思源黑体 CN Bold" panose="020B0800000000000000" charset="-122"/>
                <a:cs typeface="思源黑体 CN Bold" panose="020B0800000000000000" charset="-122"/>
              </a:rPr>
              <a:t>JIN10 PLUS</a:t>
            </a:r>
            <a:endParaRPr sz="1000" b="1">
              <a:solidFill>
                <a:srgbClr val="78A6BD"/>
              </a:solidFill>
              <a:latin typeface="思源黑体 CN Bold" panose="020B0800000000000000" charset="-122"/>
              <a:ea typeface="思源黑体 CN Bold" panose="020B0800000000000000" charset="-122"/>
              <a:cs typeface="思源黑体 CN Bold" panose="020B0800000000000000" charset="-122"/>
            </a:endParaRPr>
          </a:p>
        </p:txBody>
      </p:sp>
      <p:sp>
        <p:nvSpPr>
          <p:cNvPr id="44" name="brand-research"/>
          <p:cNvSpPr txBox="1">
            <a:spLocks noGrp="1" noRot="1" noMove="1" noResize="1" noEditPoints="1" noAdjustHandles="1" noChangeArrowheads="1" noChangeShapeType="1"/>
          </p:cNvSpPr>
          <p:nvPr/>
        </p:nvSpPr>
        <p:spPr>
          <a:xfrm>
            <a:off x="10144125" y="640212"/>
            <a:ext cx="2667000" cy="429895"/>
          </a:xfrm>
          <a:prstGeom prst="rect">
            <a:avLst/>
          </a:prstGeom>
          <a:noFill/>
        </p:spPr>
        <p:txBody>
          <a:bodyPr wrap="none" rtlCol="0">
            <a:spAutoFit/>
          </a:bodyPr>
          <a:p>
            <a:r>
              <a:rPr kumimoji="1" lang="zh-CN" altLang="en-US" sz="2200" dirty="0">
                <a:solidFill>
                  <a:schemeClr val="accent1"/>
                </a:solidFill>
                <a:latin typeface="锐字云字库综艺GB" panose="02010604000000000000" pitchFamily="2" charset="-122"/>
                <a:ea typeface="锐字云字库综艺GB" panose="02010604000000000000" pitchFamily="2" charset="-122"/>
              </a:rPr>
              <a:t>金十数据 </a:t>
            </a:r>
            <a:r>
              <a:rPr kumimoji="1" lang="en-US" altLang="zh-CN" sz="2200" dirty="0">
                <a:solidFill>
                  <a:schemeClr val="accent1"/>
                </a:solidFill>
                <a:latin typeface="锐字云字库综艺GB" panose="02010604000000000000" pitchFamily="2" charset="-122"/>
                <a:ea typeface="锐字云字库综艺GB" panose="02010604000000000000" pitchFamily="2" charset="-122"/>
              </a:rPr>
              <a:t>Research</a:t>
            </a:r>
            <a:endParaRPr kumimoji="1" lang="en-US" altLang="zh-CN" sz="2200" dirty="0">
              <a:solidFill>
                <a:schemeClr val="accent1"/>
              </a:solidFill>
              <a:latin typeface="锐字云字库综艺GB" panose="02010604000000000000" pitchFamily="2" charset="-122"/>
              <a:ea typeface="锐字云字库综艺GB" panose="02010604000000000000" pitchFamily="2" charset="-122"/>
            </a:endParaRPr>
          </a:p>
        </p:txBody>
      </p:sp>
      <p:sp>
        <p:nvSpPr>
          <p:cNvPr id="2" name="body"/>
          <p:cNvSpPr txBox="1"/>
          <p:nvPr/>
        </p:nvSpPr>
        <p:spPr>
          <a:xfrm>
            <a:off x="895350" y="1277620"/>
            <a:ext cx="11934825" cy="20513040"/>
          </a:xfrm>
          <a:prstGeom prst="rect">
            <a:avLst/>
          </a:prstGeom>
          <a:noFill/>
        </p:spPr>
        <p:txBody>
          <a:bodyPr wrap="square" rtlCol="0">
            <a:noAutofit/>
          </a:bodyPr>
          <a:p>
            <a:pPr algn="just" fontAlgn="auto">
              <a:lnSpc>
                <a:spcPct val="170000"/>
              </a:lnSpc>
              <a:spcBef>
                <a:spcPts val="0"/>
              </a:spcBef>
              <a:spcAft>
                <a:spcPts val="1200"/>
              </a:spcAft>
              <a:buClrTx/>
              <a:buSzTx/>
              <a:buFont typeface="Wingdings" panose="05000000000000000000" charset="0"/>
              <a:buNone/>
            </a:pPr>
            <a:r>
              <a:rPr lang="zh-CN" altLang="en-US" sz="3600" dirty="0">
                <a:solidFill>
                  <a:schemeClr val="tx2"/>
                </a:solidFill>
                <a:latin typeface="思源黑体 CN Bold" panose="020B0800000000000000" charset="-122"/>
                <a:ea typeface="思源黑体 CN Bold" panose="020B0800000000000000" charset="-122"/>
                <a:cs typeface="思源黑体 CN Bold" panose="020B0800000000000000" charset="-122"/>
                <a:sym typeface="+mn-ea"/>
              </a:rPr>
              <a:t>条目标题（标题样式）</a:t>
            </a:r>
            <a:endParaRPr lang="zh-CN" altLang="en-US" sz="3600" dirty="0">
              <a:solidFill>
                <a:schemeClr val="tx2"/>
              </a:solidFill>
              <a:latin typeface="思源黑体 CN Bold" panose="020B0800000000000000" charset="-122"/>
              <a:ea typeface="思源黑体 CN Bold" panose="020B0800000000000000" charset="-122"/>
              <a:cs typeface="思源黑体 CN Bold" panose="020B0800000000000000" charset="-122"/>
              <a:sym typeface="+mn-ea"/>
            </a:endParaRPr>
          </a:p>
          <a:p>
            <a:pPr algn="just" fontAlgn="auto">
              <a:lnSpc>
                <a:spcPct val="170000"/>
              </a:lnSpc>
              <a:spcBef>
                <a:spcPts val="0"/>
              </a:spcBef>
              <a:spcAft>
                <a:spcPts val="1200"/>
              </a:spcAft>
              <a:buClrTx/>
              <a:buSzTx/>
              <a:buFont typeface="Wingdings" panose="05000000000000000000" charset="0"/>
              <a:buNone/>
            </a:pPr>
            <a:r>
              <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rPr>
              <a:t>【新闻】正文段落（正文样式）</a:t>
            </a:r>
            <a:endParaRPr kumimoji="1" lang="zh-CN" altLang="en-US" sz="3600" dirty="0">
              <a:solidFill>
                <a:schemeClr val="tx2"/>
              </a:solidFill>
              <a:latin typeface="思源宋体 CN Light" panose="02020300000000000000" charset="-122"/>
              <a:ea typeface="思源宋体 CN Light" panose="02020300000000000000" charset="-122"/>
              <a:cs typeface="思源宋体 CN Light" panose="02020300000000000000" charset="-122"/>
              <a:sym typeface="+mn-ea"/>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133350" dist="51294" dir="4091915">
              <a:srgbClr val="0B75A9">
                <a:alpha val="14000"/>
              </a:srgbClr>
            </a:outerShdw>
          </a:effectLst>
        </a:effectStyle>
        <a:effectStyle>
          <a:effectLst>
            <a:outerShdw blurRad="209550" dist="78545" dir="4557825">
              <a:srgbClr val="0B75A9">
                <a:alpha val="10000"/>
              </a:srgbClr>
            </a:outerShdw>
          </a:effectLst>
        </a:effectStyle>
        <a:effectStyle>
          <a:effectLst>
            <a:outerShdw blurRad="171450" dist="69343" dir="4443276">
              <a:srgbClr val="0B75A9">
                <a:alpha val="10000"/>
              </a:srgbClr>
            </a:outerShdw>
          </a:effectLst>
        </a:effectStyle>
        <a:effectStyle>
          <a:effectLst>
            <a:outerShdw blurRad="228600" dist="97136" dir="4721404">
              <a:srgbClr val="0B75A9">
                <a:alpha val="9000"/>
              </a:srgbClr>
            </a:outerShdw>
          </a:effectLst>
        </a:effectStyle>
        <a:effectStyle>
          <a:effectLst>
            <a:outerShdw blurRad="228600" dist="97136" dir="4721404">
              <a:srgbClr val="0B75A9">
                <a:alpha val="8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133350" dist="51294" dir="4091915">
              <a:srgbClr val="0B75A9">
                <a:alpha val="14000"/>
              </a:srgbClr>
            </a:outerShdw>
          </a:effectLst>
        </a:effectStyle>
        <a:effectStyle>
          <a:effectLst>
            <a:outerShdw blurRad="209550" dist="78545" dir="4557825">
              <a:srgbClr val="0B75A9">
                <a:alpha val="10000"/>
              </a:srgbClr>
            </a:outerShdw>
          </a:effectLst>
        </a:effectStyle>
        <a:effectStyle>
          <a:effectLst>
            <a:outerShdw blurRad="171450" dist="69343" dir="4443276">
              <a:srgbClr val="0B75A9">
                <a:alpha val="10000"/>
              </a:srgbClr>
            </a:outerShdw>
          </a:effectLst>
        </a:effectStyle>
        <a:effectStyle>
          <a:effectLst>
            <a:outerShdw blurRad="228600" dist="97136" dir="4721404">
              <a:srgbClr val="0B75A9">
                <a:alpha val="9000"/>
              </a:srgbClr>
            </a:outerShdw>
          </a:effectLst>
        </a:effectStyle>
        <a:effectStyle>
          <a:effectLst>
            <a:outerShdw blurRad="228600" dist="97136" dir="4721404">
              <a:srgbClr val="0B75A9">
                <a:alpha val="8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3671</Words>
  <Application>WPS 演示</Application>
  <PresentationFormat>Converted Presentation</PresentationFormat>
  <Paragraphs>210</Paragraphs>
  <Slides>10</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10</vt:i4>
      </vt:variant>
    </vt:vector>
  </HeadingPairs>
  <TitlesOfParts>
    <vt:vector size="25" baseType="lpstr">
      <vt:lpstr>Arial</vt:lpstr>
      <vt:lpstr>宋体</vt:lpstr>
      <vt:lpstr>Wingdings</vt:lpstr>
      <vt:lpstr>思源黑体 CN Bold</vt:lpstr>
      <vt:lpstr>思源宋体 CN Heavy</vt:lpstr>
      <vt:lpstr>思源黑体 CN Normal</vt:lpstr>
      <vt:lpstr>思源黑体 CN Light</vt:lpstr>
      <vt:lpstr>锐字云字库综艺GB</vt:lpstr>
      <vt:lpstr>思源宋体 CN Light</vt:lpstr>
      <vt:lpstr>思源黑体 CN Light</vt:lpstr>
      <vt:lpstr>Wingdings</vt:lpstr>
      <vt:lpstr>Calibri</vt:lpstr>
      <vt:lpstr>微软雅黑</vt:lpstr>
      <vt:lpstr>Arial Unicode MS</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VIP</cp:lastModifiedBy>
  <cp:revision>372</cp:revision>
  <dcterms:created xsi:type="dcterms:W3CDTF">2026-06-30T09:59:00Z</dcterms:created>
  <dcterms:modified xsi:type="dcterms:W3CDTF">2026-09-18T09:42:47Z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B0B7AEF6C70B6E169093436A95BFE846_42</vt:lpwstr>
  </property>
  <property fmtid="{D5CDD505-2E9C-101B-9397-08002B2CF9AE}" pid="3" name="KSOProductBuildVer">
    <vt:lpwstr>2052-12.1.0.28022</vt:lpwstr>
  </property>
</Properties>
</file>